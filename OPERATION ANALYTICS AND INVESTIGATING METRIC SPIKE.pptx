
<file path=[Content_Types].xml><?xml version="1.0" encoding="utf-8"?>
<Types xmlns="http://schemas.openxmlformats.org/package/2006/content-types">
  <Default ContentType="application/vnd.openxmlformats-officedocument.spreadsheetml.sheet" Extension="xlsx"/>
  <Default ContentType="application/vnd.openxmlformats-officedocument.vmlDrawing" Extension="vml"/>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spreadsheetml.sheet" PartName="/ppt/embeddings/Microsoft_Excel_Sheet3.xlsx"/>
  <Override ContentType="application/vnd.openxmlformats-officedocument.spreadsheetml.sheet" PartName="/ppt/embeddings/Microsoft_Excel_Sheet2.xlsx"/>
  <Override ContentType="application/vnd.openxmlformats-officedocument.spreadsheetml.sheet" PartName="/ppt/embeddings/Microsoft_Excel_Sheet1.xlsx"/>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Lst>
  <p:sldSz cy="6858000" cx="12192000"/>
  <p:notesSz cx="6858000" cy="9144000"/>
  <p:embeddedFontLst>
    <p:embeddedFont>
      <p:font typeface="Play"/>
      <p:regular r:id="rId27"/>
      <p:bold r:id="rId28"/>
    </p:embeddedFont>
    <p:embeddedFont>
      <p:font typeface="Libre Franklin"/>
      <p:regular r:id="rId29"/>
      <p:bold r:id="rId30"/>
      <p:italic r:id="rId31"/>
      <p:boldItalic r:id="rId32"/>
    </p:embeddedFont>
    <p:embeddedFont>
      <p:font typeface="Bell MT"/>
      <p:regular r:id="rId33"/>
      <p:bold r:id="rId34"/>
      <p:italic r:id="rId35"/>
      <p:boldItalic r:id="rId36"/>
    </p:embeddedFont>
    <p:embeddedFont>
      <p:font typeface="Century Gothic"/>
      <p:regular r:id="rId37"/>
      <p:bold r:id="rId38"/>
      <p:italic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1" roundtripDataSignature="AMtx7minXQ8FCCYpsToMndzQ+UR0h+TiZ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CenturyGothic-boldItalic.fntdata"/><Relationship Id="rId20" Type="http://schemas.openxmlformats.org/officeDocument/2006/relationships/slide" Target="slides/slide16.xml"/><Relationship Id="rId41" Type="http://customschemas.google.com/relationships/presentationmetadata" Target="metadata"/><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font" Target="fonts/Play-bold.fntdata"/><Relationship Id="rId27" Type="http://schemas.openxmlformats.org/officeDocument/2006/relationships/font" Target="fonts/Play-regular.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LibreFranklin-regular.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LibreFranklin-italic.fntdata"/><Relationship Id="rId30" Type="http://schemas.openxmlformats.org/officeDocument/2006/relationships/font" Target="fonts/LibreFranklin-bold.fntdata"/><Relationship Id="rId11" Type="http://schemas.openxmlformats.org/officeDocument/2006/relationships/slide" Target="slides/slide7.xml"/><Relationship Id="rId33" Type="http://schemas.openxmlformats.org/officeDocument/2006/relationships/font" Target="fonts/BellMT-regular.fntdata"/><Relationship Id="rId10" Type="http://schemas.openxmlformats.org/officeDocument/2006/relationships/slide" Target="slides/slide6.xml"/><Relationship Id="rId32" Type="http://schemas.openxmlformats.org/officeDocument/2006/relationships/font" Target="fonts/LibreFranklin-boldItalic.fntdata"/><Relationship Id="rId13" Type="http://schemas.openxmlformats.org/officeDocument/2006/relationships/slide" Target="slides/slide9.xml"/><Relationship Id="rId35" Type="http://schemas.openxmlformats.org/officeDocument/2006/relationships/font" Target="fonts/BellMT-italic.fntdata"/><Relationship Id="rId12" Type="http://schemas.openxmlformats.org/officeDocument/2006/relationships/slide" Target="slides/slide8.xml"/><Relationship Id="rId34" Type="http://schemas.openxmlformats.org/officeDocument/2006/relationships/font" Target="fonts/BellMT-bold.fntdata"/><Relationship Id="rId15" Type="http://schemas.openxmlformats.org/officeDocument/2006/relationships/slide" Target="slides/slide11.xml"/><Relationship Id="rId37" Type="http://schemas.openxmlformats.org/officeDocument/2006/relationships/font" Target="fonts/CenturyGothic-regular.fntdata"/><Relationship Id="rId14" Type="http://schemas.openxmlformats.org/officeDocument/2006/relationships/slide" Target="slides/slide10.xml"/><Relationship Id="rId36" Type="http://schemas.openxmlformats.org/officeDocument/2006/relationships/font" Target="fonts/BellMT-boldItalic.fntdata"/><Relationship Id="rId17" Type="http://schemas.openxmlformats.org/officeDocument/2006/relationships/slide" Target="slides/slide13.xml"/><Relationship Id="rId39" Type="http://schemas.openxmlformats.org/officeDocument/2006/relationships/font" Target="fonts/CenturyGothic-italic.fntdata"/><Relationship Id="rId16" Type="http://schemas.openxmlformats.org/officeDocument/2006/relationships/slide" Target="slides/slide12.xml"/><Relationship Id="rId38" Type="http://schemas.openxmlformats.org/officeDocument/2006/relationships/font" Target="fonts/CenturyGothic-bold.fntdata"/><Relationship Id="rId19" Type="http://schemas.openxmlformats.org/officeDocument/2006/relationships/slide" Target="slides/slide15.xml"/><Relationship Id="rId18" Type="http://schemas.openxmlformats.org/officeDocument/2006/relationships/slide" Target="slides/slide1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bg>
      <p:bgPr>
        <a:solidFill>
          <a:schemeClr val="lt2"/>
        </a:solidFill>
      </p:bgPr>
    </p:bg>
    <p:spTree>
      <p:nvGrpSpPr>
        <p:cNvPr id="12" name="Shape 12"/>
        <p:cNvGrpSpPr/>
        <p:nvPr/>
      </p:nvGrpSpPr>
      <p:grpSpPr>
        <a:xfrm>
          <a:off x="0" y="0"/>
          <a:ext cx="0" cy="0"/>
          <a:chOff x="0" y="0"/>
          <a:chExt cx="0" cy="0"/>
        </a:xfrm>
      </p:grpSpPr>
      <p:sp>
        <p:nvSpPr>
          <p:cNvPr id="13" name="Google Shape;13;p24"/>
          <p:cNvSpPr txBox="1"/>
          <p:nvPr>
            <p:ph type="ctrTitle"/>
          </p:nvPr>
        </p:nvSpPr>
        <p:spPr>
          <a:xfrm>
            <a:off x="1915128" y="1788454"/>
            <a:ext cx="8361229" cy="2098226"/>
          </a:xfrm>
          <a:prstGeom prst="rect">
            <a:avLst/>
          </a:prstGeom>
          <a:noFill/>
          <a:ln>
            <a:noFill/>
          </a:ln>
        </p:spPr>
        <p:txBody>
          <a:bodyPr anchorCtr="0" anchor="b" bIns="45700" lIns="91425" spcFirstLastPara="1" rIns="91425" wrap="square" tIns="45700">
            <a:noAutofit/>
          </a:bodyPr>
          <a:lstStyle>
            <a:lvl1pPr lvl="0" algn="ctr">
              <a:lnSpc>
                <a:spcPct val="89000"/>
              </a:lnSpc>
              <a:spcBef>
                <a:spcPts val="0"/>
              </a:spcBef>
              <a:spcAft>
                <a:spcPts val="0"/>
              </a:spcAft>
              <a:buClr>
                <a:schemeClr val="dk2"/>
              </a:buClr>
              <a:buSzPts val="7200"/>
              <a:buFont typeface="Libre Franklin"/>
              <a:buNone/>
              <a:defRPr sz="7200" cap="none">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 name="Google Shape;14;p24"/>
          <p:cNvSpPr txBox="1"/>
          <p:nvPr>
            <p:ph idx="1" type="subTitle"/>
          </p:nvPr>
        </p:nvSpPr>
        <p:spPr>
          <a:xfrm>
            <a:off x="2679906" y="3956279"/>
            <a:ext cx="6831673" cy="1086237"/>
          </a:xfrm>
          <a:prstGeom prst="rect">
            <a:avLst/>
          </a:prstGeom>
          <a:noFill/>
          <a:ln>
            <a:noFill/>
          </a:ln>
        </p:spPr>
        <p:txBody>
          <a:bodyPr anchorCtr="0" anchor="t" bIns="45700" lIns="91425" spcFirstLastPara="1" rIns="91425" wrap="square" tIns="45700">
            <a:normAutofit/>
          </a:bodyPr>
          <a:lstStyle>
            <a:lvl1pPr lvl="0" algn="ctr">
              <a:lnSpc>
                <a:spcPct val="112000"/>
              </a:lnSpc>
              <a:spcBef>
                <a:spcPts val="0"/>
              </a:spcBef>
              <a:spcAft>
                <a:spcPts val="0"/>
              </a:spcAft>
              <a:buClr>
                <a:schemeClr val="dk2"/>
              </a:buClr>
              <a:buSzPts val="2300"/>
              <a:buNone/>
              <a:defRPr sz="2300"/>
            </a:lvl1pPr>
            <a:lvl2pPr lvl="1" algn="ctr">
              <a:lnSpc>
                <a:spcPct val="94000"/>
              </a:lnSpc>
              <a:spcBef>
                <a:spcPts val="500"/>
              </a:spcBef>
              <a:spcAft>
                <a:spcPts val="0"/>
              </a:spcAft>
              <a:buClr>
                <a:schemeClr val="dk2"/>
              </a:buClr>
              <a:buSzPts val="2000"/>
              <a:buNone/>
              <a:defRPr sz="2000"/>
            </a:lvl2pPr>
            <a:lvl3pPr lvl="2" algn="ctr">
              <a:lnSpc>
                <a:spcPct val="94000"/>
              </a:lnSpc>
              <a:spcBef>
                <a:spcPts val="500"/>
              </a:spcBef>
              <a:spcAft>
                <a:spcPts val="0"/>
              </a:spcAft>
              <a:buClr>
                <a:schemeClr val="dk2"/>
              </a:buClr>
              <a:buSzPts val="1800"/>
              <a:buNone/>
              <a:defRPr sz="1800"/>
            </a:lvl3pPr>
            <a:lvl4pPr lvl="3" algn="ctr">
              <a:lnSpc>
                <a:spcPct val="94000"/>
              </a:lnSpc>
              <a:spcBef>
                <a:spcPts val="500"/>
              </a:spcBef>
              <a:spcAft>
                <a:spcPts val="0"/>
              </a:spcAft>
              <a:buClr>
                <a:schemeClr val="dk2"/>
              </a:buClr>
              <a:buSzPts val="1600"/>
              <a:buNone/>
              <a:defRPr sz="1600"/>
            </a:lvl4pPr>
            <a:lvl5pPr lvl="4" algn="ctr">
              <a:lnSpc>
                <a:spcPct val="94000"/>
              </a:lnSpc>
              <a:spcBef>
                <a:spcPts val="500"/>
              </a:spcBef>
              <a:spcAft>
                <a:spcPts val="0"/>
              </a:spcAft>
              <a:buClr>
                <a:schemeClr val="dk2"/>
              </a:buClr>
              <a:buSzPts val="1600"/>
              <a:buNone/>
              <a:defRPr sz="1600"/>
            </a:lvl5pPr>
            <a:lvl6pPr lvl="5" algn="ctr">
              <a:lnSpc>
                <a:spcPct val="94000"/>
              </a:lnSpc>
              <a:spcBef>
                <a:spcPts val="500"/>
              </a:spcBef>
              <a:spcAft>
                <a:spcPts val="0"/>
              </a:spcAft>
              <a:buClr>
                <a:schemeClr val="dk2"/>
              </a:buClr>
              <a:buSzPts val="1600"/>
              <a:buNone/>
              <a:defRPr sz="1600"/>
            </a:lvl6pPr>
            <a:lvl7pPr lvl="6" algn="ctr">
              <a:lnSpc>
                <a:spcPct val="94000"/>
              </a:lnSpc>
              <a:spcBef>
                <a:spcPts val="500"/>
              </a:spcBef>
              <a:spcAft>
                <a:spcPts val="0"/>
              </a:spcAft>
              <a:buClr>
                <a:schemeClr val="dk2"/>
              </a:buClr>
              <a:buSzPts val="1600"/>
              <a:buNone/>
              <a:defRPr sz="1600"/>
            </a:lvl7pPr>
            <a:lvl8pPr lvl="7" algn="ctr">
              <a:lnSpc>
                <a:spcPct val="94000"/>
              </a:lnSpc>
              <a:spcBef>
                <a:spcPts val="500"/>
              </a:spcBef>
              <a:spcAft>
                <a:spcPts val="0"/>
              </a:spcAft>
              <a:buClr>
                <a:schemeClr val="dk2"/>
              </a:buClr>
              <a:buSzPts val="1600"/>
              <a:buNone/>
              <a:defRPr sz="1600"/>
            </a:lvl8pPr>
            <a:lvl9pPr lvl="8" algn="ctr">
              <a:lnSpc>
                <a:spcPct val="94000"/>
              </a:lnSpc>
              <a:spcBef>
                <a:spcPts val="500"/>
              </a:spcBef>
              <a:spcAft>
                <a:spcPts val="200"/>
              </a:spcAft>
              <a:buClr>
                <a:schemeClr val="dk2"/>
              </a:buClr>
              <a:buSzPts val="1600"/>
              <a:buNone/>
              <a:defRPr sz="1600"/>
            </a:lvl9pPr>
          </a:lstStyle>
          <a:p/>
        </p:txBody>
      </p:sp>
      <p:sp>
        <p:nvSpPr>
          <p:cNvPr id="15" name="Google Shape;15;p24"/>
          <p:cNvSpPr txBox="1"/>
          <p:nvPr>
            <p:ph idx="10" type="dt"/>
          </p:nvPr>
        </p:nvSpPr>
        <p:spPr>
          <a:xfrm>
            <a:off x="752858" y="6453386"/>
            <a:ext cx="1607944"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4"/>
          <p:cNvSpPr txBox="1"/>
          <p:nvPr>
            <p:ph idx="11" type="ftr"/>
          </p:nvPr>
        </p:nvSpPr>
        <p:spPr>
          <a:xfrm>
            <a:off x="2584054" y="6453386"/>
            <a:ext cx="7023377" cy="40461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24"/>
          <p:cNvSpPr txBox="1"/>
          <p:nvPr>
            <p:ph idx="12" type="sldNum"/>
          </p:nvPr>
        </p:nvSpPr>
        <p:spPr>
          <a:xfrm>
            <a:off x="9830683" y="6453386"/>
            <a:ext cx="1596292" cy="40461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u="none" cap="none" strike="noStrike">
                <a:solidFill>
                  <a:schemeClr val="dk2"/>
                </a:solidFill>
                <a:latin typeface="Libre Franklin"/>
                <a:ea typeface="Libre Franklin"/>
                <a:cs typeface="Libre Franklin"/>
                <a:sym typeface="Libre Franklin"/>
              </a:defRPr>
            </a:lvl1pPr>
            <a:lvl2pPr indent="0" lvl="1" marL="0" algn="r">
              <a:spcBef>
                <a:spcPts val="0"/>
              </a:spcBef>
              <a:buNone/>
              <a:defRPr b="0" i="0" sz="1200" u="none" cap="none" strike="noStrike">
                <a:solidFill>
                  <a:schemeClr val="dk2"/>
                </a:solidFill>
                <a:latin typeface="Libre Franklin"/>
                <a:ea typeface="Libre Franklin"/>
                <a:cs typeface="Libre Franklin"/>
                <a:sym typeface="Libre Franklin"/>
              </a:defRPr>
            </a:lvl2pPr>
            <a:lvl3pPr indent="0" lvl="2" marL="0" algn="r">
              <a:spcBef>
                <a:spcPts val="0"/>
              </a:spcBef>
              <a:buNone/>
              <a:defRPr b="0" i="0" sz="1200" u="none" cap="none" strike="noStrike">
                <a:solidFill>
                  <a:schemeClr val="dk2"/>
                </a:solidFill>
                <a:latin typeface="Libre Franklin"/>
                <a:ea typeface="Libre Franklin"/>
                <a:cs typeface="Libre Franklin"/>
                <a:sym typeface="Libre Franklin"/>
              </a:defRPr>
            </a:lvl3pPr>
            <a:lvl4pPr indent="0" lvl="3" marL="0" algn="r">
              <a:spcBef>
                <a:spcPts val="0"/>
              </a:spcBef>
              <a:buNone/>
              <a:defRPr b="0" i="0" sz="1200" u="none" cap="none" strike="noStrike">
                <a:solidFill>
                  <a:schemeClr val="dk2"/>
                </a:solidFill>
                <a:latin typeface="Libre Franklin"/>
                <a:ea typeface="Libre Franklin"/>
                <a:cs typeface="Libre Franklin"/>
                <a:sym typeface="Libre Franklin"/>
              </a:defRPr>
            </a:lvl4pPr>
            <a:lvl5pPr indent="0" lvl="4" marL="0" algn="r">
              <a:spcBef>
                <a:spcPts val="0"/>
              </a:spcBef>
              <a:buNone/>
              <a:defRPr b="0" i="0" sz="1200" u="none" cap="none" strike="noStrike">
                <a:solidFill>
                  <a:schemeClr val="dk2"/>
                </a:solidFill>
                <a:latin typeface="Libre Franklin"/>
                <a:ea typeface="Libre Franklin"/>
                <a:cs typeface="Libre Franklin"/>
                <a:sym typeface="Libre Franklin"/>
              </a:defRPr>
            </a:lvl5pPr>
            <a:lvl6pPr indent="0" lvl="5" marL="0" algn="r">
              <a:spcBef>
                <a:spcPts val="0"/>
              </a:spcBef>
              <a:buNone/>
              <a:defRPr b="0" i="0" sz="1200" u="none" cap="none" strike="noStrike">
                <a:solidFill>
                  <a:schemeClr val="dk2"/>
                </a:solidFill>
                <a:latin typeface="Libre Franklin"/>
                <a:ea typeface="Libre Franklin"/>
                <a:cs typeface="Libre Franklin"/>
                <a:sym typeface="Libre Franklin"/>
              </a:defRPr>
            </a:lvl6pPr>
            <a:lvl7pPr indent="0" lvl="6" marL="0" algn="r">
              <a:spcBef>
                <a:spcPts val="0"/>
              </a:spcBef>
              <a:buNone/>
              <a:defRPr b="0" i="0" sz="1200" u="none" cap="none" strike="noStrike">
                <a:solidFill>
                  <a:schemeClr val="dk2"/>
                </a:solidFill>
                <a:latin typeface="Libre Franklin"/>
                <a:ea typeface="Libre Franklin"/>
                <a:cs typeface="Libre Franklin"/>
                <a:sym typeface="Libre Franklin"/>
              </a:defRPr>
            </a:lvl7pPr>
            <a:lvl8pPr indent="0" lvl="7" marL="0" algn="r">
              <a:spcBef>
                <a:spcPts val="0"/>
              </a:spcBef>
              <a:buNone/>
              <a:defRPr b="0" i="0" sz="1200" u="none" cap="none" strike="noStrike">
                <a:solidFill>
                  <a:schemeClr val="dk2"/>
                </a:solidFill>
                <a:latin typeface="Libre Franklin"/>
                <a:ea typeface="Libre Franklin"/>
                <a:cs typeface="Libre Franklin"/>
                <a:sym typeface="Libre Franklin"/>
              </a:defRPr>
            </a:lvl8pPr>
            <a:lvl9pPr indent="0" lvl="8" marL="0" algn="r">
              <a:spcBef>
                <a:spcPts val="0"/>
              </a:spcBef>
              <a:buNone/>
              <a:defRPr b="0" i="0" sz="1200" u="none" cap="none" strike="noStrike">
                <a:solidFill>
                  <a:schemeClr val="dk2"/>
                </a:solidFill>
                <a:latin typeface="Libre Franklin"/>
                <a:ea typeface="Libre Franklin"/>
                <a:cs typeface="Libre Franklin"/>
                <a:sym typeface="Libre Franklin"/>
              </a:defRPr>
            </a:lvl9pPr>
          </a:lstStyle>
          <a:p>
            <a:pPr indent="0" lvl="0" marL="0" rtl="0" algn="r">
              <a:spcBef>
                <a:spcPts val="0"/>
              </a:spcBef>
              <a:spcAft>
                <a:spcPts val="0"/>
              </a:spcAft>
              <a:buNone/>
            </a:pPr>
            <a:fld id="{00000000-1234-1234-1234-123412341234}" type="slidenum">
              <a:rPr lang="en-IN"/>
              <a:t>‹#›</a:t>
            </a:fld>
            <a:endParaRPr/>
          </a:p>
        </p:txBody>
      </p:sp>
      <p:grpSp>
        <p:nvGrpSpPr>
          <p:cNvPr id="18" name="Google Shape;18;p24"/>
          <p:cNvGrpSpPr/>
          <p:nvPr/>
        </p:nvGrpSpPr>
        <p:grpSpPr>
          <a:xfrm>
            <a:off x="752858" y="744469"/>
            <a:ext cx="10674117" cy="5349671"/>
            <a:chOff x="752858" y="744469"/>
            <a:chExt cx="10674117" cy="5349671"/>
          </a:xfrm>
        </p:grpSpPr>
        <p:sp>
          <p:nvSpPr>
            <p:cNvPr id="19" name="Google Shape;19;p24"/>
            <p:cNvSpPr/>
            <p:nvPr/>
          </p:nvSpPr>
          <p:spPr>
            <a:xfrm>
              <a:off x="8151962" y="1685652"/>
              <a:ext cx="3275013" cy="4408488"/>
            </a:xfrm>
            <a:custGeom>
              <a:rect b="b" l="l" r="r" t="t"/>
              <a:pathLst>
                <a:path extrusionOk="0" h="10000" w="10000">
                  <a:moveTo>
                    <a:pt x="8761" y="0"/>
                  </a:moveTo>
                  <a:lnTo>
                    <a:pt x="10000" y="0"/>
                  </a:lnTo>
                  <a:lnTo>
                    <a:pt x="10000" y="10000"/>
                  </a:lnTo>
                  <a:lnTo>
                    <a:pt x="0" y="10000"/>
                  </a:lnTo>
                  <a:lnTo>
                    <a:pt x="0" y="9126"/>
                  </a:lnTo>
                  <a:lnTo>
                    <a:pt x="8761" y="9127"/>
                  </a:lnTo>
                  <a:lnTo>
                    <a:pt x="8761" y="0"/>
                  </a:lnTo>
                  <a:close/>
                </a:path>
              </a:pathLst>
            </a:custGeom>
            <a:solidFill>
              <a:schemeClr val="dk2"/>
            </a:solidFill>
            <a:ln>
              <a:noFill/>
            </a:ln>
          </p:spPr>
        </p:sp>
        <p:sp>
          <p:nvSpPr>
            <p:cNvPr id="20" name="Google Shape;20;p24"/>
            <p:cNvSpPr/>
            <p:nvPr/>
          </p:nvSpPr>
          <p:spPr>
            <a:xfrm rot="10800000">
              <a:off x="752858" y="744469"/>
              <a:ext cx="3275668" cy="4408488"/>
            </a:xfrm>
            <a:custGeom>
              <a:rect b="b" l="l" r="r" t="t"/>
              <a:pathLst>
                <a:path extrusionOk="0" h="10000" w="10002">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1" name="Shape 21"/>
        <p:cNvGrpSpPr/>
        <p:nvPr/>
      </p:nvGrpSpPr>
      <p:grpSpPr>
        <a:xfrm>
          <a:off x="0" y="0"/>
          <a:ext cx="0" cy="0"/>
          <a:chOff x="0" y="0"/>
          <a:chExt cx="0" cy="0"/>
        </a:xfrm>
      </p:grpSpPr>
      <p:sp>
        <p:nvSpPr>
          <p:cNvPr id="22" name="Google Shape;22;p25"/>
          <p:cNvSpPr txBox="1"/>
          <p:nvPr>
            <p:ph idx="10" type="dt"/>
          </p:nvPr>
        </p:nvSpPr>
        <p:spPr>
          <a:xfrm>
            <a:off x="1390650" y="6453386"/>
            <a:ext cx="1204572"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25"/>
          <p:cNvSpPr txBox="1"/>
          <p:nvPr>
            <p:ph idx="11" type="ftr"/>
          </p:nvPr>
        </p:nvSpPr>
        <p:spPr>
          <a:xfrm>
            <a:off x="2893564" y="6453386"/>
            <a:ext cx="6280830"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25"/>
          <p:cNvSpPr txBox="1"/>
          <p:nvPr>
            <p:ph idx="12" type="sldNum"/>
          </p:nvPr>
        </p:nvSpPr>
        <p:spPr>
          <a:xfrm>
            <a:off x="9472736" y="6453386"/>
            <a:ext cx="1596292" cy="40461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26"/>
          <p:cNvSpPr txBox="1"/>
          <p:nvPr>
            <p:ph type="title"/>
          </p:nvPr>
        </p:nvSpPr>
        <p:spPr>
          <a:xfrm>
            <a:off x="1371600" y="685800"/>
            <a:ext cx="9601200" cy="1485900"/>
          </a:xfrm>
          <a:prstGeom prst="rect">
            <a:avLst/>
          </a:prstGeom>
          <a:noFill/>
          <a:ln>
            <a:noFill/>
          </a:ln>
        </p:spPr>
        <p:txBody>
          <a:bodyPr anchorCtr="0" anchor="t" bIns="45700" lIns="91425" spcFirstLastPara="1" rIns="91425" wrap="square" tIns="45700">
            <a:normAutofit/>
          </a:bodyPr>
          <a:lstStyle>
            <a:lvl1pPr lvl="0" algn="l">
              <a:lnSpc>
                <a:spcPct val="89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26"/>
          <p:cNvSpPr txBox="1"/>
          <p:nvPr>
            <p:ph idx="1" type="body"/>
          </p:nvPr>
        </p:nvSpPr>
        <p:spPr>
          <a:xfrm>
            <a:off x="1371600" y="2286000"/>
            <a:ext cx="9601200" cy="3581400"/>
          </a:xfrm>
          <a:prstGeom prst="rect">
            <a:avLst/>
          </a:prstGeom>
          <a:noFill/>
          <a:ln>
            <a:noFill/>
          </a:ln>
        </p:spPr>
        <p:txBody>
          <a:bodyPr anchorCtr="0" anchor="t" bIns="45700" lIns="91425" spcFirstLastPara="1" rIns="91425" wrap="square" tIns="45700">
            <a:normAutofit/>
          </a:bodyPr>
          <a:lstStyle>
            <a:lvl1pPr indent="-342900" lvl="0" marL="457200" algn="l">
              <a:lnSpc>
                <a:spcPct val="94000"/>
              </a:lnSpc>
              <a:spcBef>
                <a:spcPts val="1000"/>
              </a:spcBef>
              <a:spcAft>
                <a:spcPts val="0"/>
              </a:spcAft>
              <a:buClr>
                <a:schemeClr val="dk2"/>
              </a:buClr>
              <a:buSzPts val="1800"/>
              <a:buChar char="■"/>
              <a:defRPr/>
            </a:lvl1pPr>
            <a:lvl2pPr indent="-342900" lvl="1" marL="914400" algn="l">
              <a:lnSpc>
                <a:spcPct val="94000"/>
              </a:lnSpc>
              <a:spcBef>
                <a:spcPts val="500"/>
              </a:spcBef>
              <a:spcAft>
                <a:spcPts val="0"/>
              </a:spcAft>
              <a:buClr>
                <a:schemeClr val="dk2"/>
              </a:buClr>
              <a:buSzPts val="1800"/>
              <a:buChar char="–"/>
              <a:defRPr/>
            </a:lvl2pPr>
            <a:lvl3pPr indent="-342900" lvl="2" marL="1371600" algn="l">
              <a:lnSpc>
                <a:spcPct val="94000"/>
              </a:lnSpc>
              <a:spcBef>
                <a:spcPts val="500"/>
              </a:spcBef>
              <a:spcAft>
                <a:spcPts val="0"/>
              </a:spcAft>
              <a:buClr>
                <a:schemeClr val="dk2"/>
              </a:buClr>
              <a:buSzPts val="1800"/>
              <a:buChar char="■"/>
              <a:defRPr/>
            </a:lvl3pPr>
            <a:lvl4pPr indent="-342900" lvl="3" marL="1828800" algn="l">
              <a:lnSpc>
                <a:spcPct val="94000"/>
              </a:lnSpc>
              <a:spcBef>
                <a:spcPts val="500"/>
              </a:spcBef>
              <a:spcAft>
                <a:spcPts val="0"/>
              </a:spcAft>
              <a:buClr>
                <a:schemeClr val="dk2"/>
              </a:buClr>
              <a:buSzPts val="1800"/>
              <a:buChar char="–"/>
              <a:defRPr/>
            </a:lvl4pPr>
            <a:lvl5pPr indent="-342900" lvl="4" marL="2286000" algn="l">
              <a:lnSpc>
                <a:spcPct val="94000"/>
              </a:lnSpc>
              <a:spcBef>
                <a:spcPts val="500"/>
              </a:spcBef>
              <a:spcAft>
                <a:spcPts val="0"/>
              </a:spcAft>
              <a:buClr>
                <a:schemeClr val="dk2"/>
              </a:buClr>
              <a:buSzPts val="1800"/>
              <a:buChar char="■"/>
              <a:defRPr/>
            </a:lvl5pPr>
            <a:lvl6pPr indent="-342900" lvl="5" marL="2743200" algn="l">
              <a:lnSpc>
                <a:spcPct val="94000"/>
              </a:lnSpc>
              <a:spcBef>
                <a:spcPts val="500"/>
              </a:spcBef>
              <a:spcAft>
                <a:spcPts val="0"/>
              </a:spcAft>
              <a:buClr>
                <a:schemeClr val="dk2"/>
              </a:buClr>
              <a:buSzPts val="1800"/>
              <a:buChar char="–"/>
              <a:defRPr/>
            </a:lvl6pPr>
            <a:lvl7pPr indent="-342900" lvl="6" marL="3200400" algn="l">
              <a:lnSpc>
                <a:spcPct val="94000"/>
              </a:lnSpc>
              <a:spcBef>
                <a:spcPts val="500"/>
              </a:spcBef>
              <a:spcAft>
                <a:spcPts val="0"/>
              </a:spcAft>
              <a:buClr>
                <a:schemeClr val="dk2"/>
              </a:buClr>
              <a:buSzPts val="1800"/>
              <a:buChar char="■"/>
              <a:defRPr/>
            </a:lvl7pPr>
            <a:lvl8pPr indent="-342900" lvl="7" marL="3657600" algn="l">
              <a:lnSpc>
                <a:spcPct val="94000"/>
              </a:lnSpc>
              <a:spcBef>
                <a:spcPts val="500"/>
              </a:spcBef>
              <a:spcAft>
                <a:spcPts val="0"/>
              </a:spcAft>
              <a:buClr>
                <a:schemeClr val="dk2"/>
              </a:buClr>
              <a:buSzPts val="1800"/>
              <a:buChar char="–"/>
              <a:defRPr/>
            </a:lvl8pPr>
            <a:lvl9pPr indent="-342900" lvl="8" marL="4114800" algn="l">
              <a:lnSpc>
                <a:spcPct val="94000"/>
              </a:lnSpc>
              <a:spcBef>
                <a:spcPts val="500"/>
              </a:spcBef>
              <a:spcAft>
                <a:spcPts val="200"/>
              </a:spcAft>
              <a:buClr>
                <a:schemeClr val="dk2"/>
              </a:buClr>
              <a:buSzPts val="1800"/>
              <a:buChar char="■"/>
              <a:defRPr/>
            </a:lvl9pPr>
          </a:lstStyle>
          <a:p/>
        </p:txBody>
      </p:sp>
      <p:sp>
        <p:nvSpPr>
          <p:cNvPr id="28" name="Google Shape;28;p26"/>
          <p:cNvSpPr txBox="1"/>
          <p:nvPr>
            <p:ph idx="10" type="dt"/>
          </p:nvPr>
        </p:nvSpPr>
        <p:spPr>
          <a:xfrm>
            <a:off x="1390650" y="6453386"/>
            <a:ext cx="1204572"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26"/>
          <p:cNvSpPr txBox="1"/>
          <p:nvPr>
            <p:ph idx="11" type="ftr"/>
          </p:nvPr>
        </p:nvSpPr>
        <p:spPr>
          <a:xfrm>
            <a:off x="2893564" y="6453386"/>
            <a:ext cx="6280830"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26"/>
          <p:cNvSpPr txBox="1"/>
          <p:nvPr>
            <p:ph idx="12" type="sldNum"/>
          </p:nvPr>
        </p:nvSpPr>
        <p:spPr>
          <a:xfrm>
            <a:off x="9472736" y="6453386"/>
            <a:ext cx="1596292" cy="40461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bg>
      <p:bgPr>
        <a:solidFill>
          <a:schemeClr val="dk2"/>
        </a:solidFill>
      </p:bgPr>
    </p:bg>
    <p:spTree>
      <p:nvGrpSpPr>
        <p:cNvPr id="31" name="Shape 31"/>
        <p:cNvGrpSpPr/>
        <p:nvPr/>
      </p:nvGrpSpPr>
      <p:grpSpPr>
        <a:xfrm>
          <a:off x="0" y="0"/>
          <a:ext cx="0" cy="0"/>
          <a:chOff x="0" y="0"/>
          <a:chExt cx="0" cy="0"/>
        </a:xfrm>
      </p:grpSpPr>
      <p:sp>
        <p:nvSpPr>
          <p:cNvPr id="32" name="Google Shape;32;p27"/>
          <p:cNvSpPr txBox="1"/>
          <p:nvPr>
            <p:ph type="title"/>
          </p:nvPr>
        </p:nvSpPr>
        <p:spPr>
          <a:xfrm>
            <a:off x="765025" y="1301360"/>
            <a:ext cx="9612971" cy="2852737"/>
          </a:xfrm>
          <a:prstGeom prst="rect">
            <a:avLst/>
          </a:prstGeom>
          <a:noFill/>
          <a:ln>
            <a:noFill/>
          </a:ln>
        </p:spPr>
        <p:txBody>
          <a:bodyPr anchorCtr="0" anchor="b" bIns="45700" lIns="91425" spcFirstLastPara="1" rIns="91425" wrap="square" tIns="45700">
            <a:normAutofit/>
          </a:bodyPr>
          <a:lstStyle>
            <a:lvl1pPr lvl="0" algn="r">
              <a:lnSpc>
                <a:spcPct val="89000"/>
              </a:lnSpc>
              <a:spcBef>
                <a:spcPts val="0"/>
              </a:spcBef>
              <a:spcAft>
                <a:spcPts val="0"/>
              </a:spcAft>
              <a:buClr>
                <a:schemeClr val="lt2"/>
              </a:buClr>
              <a:buSzPts val="7200"/>
              <a:buFont typeface="Libre Franklin"/>
              <a:buNone/>
              <a:defRPr sz="7200" cap="none">
                <a:solidFill>
                  <a:schemeClr val="l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27"/>
          <p:cNvSpPr txBox="1"/>
          <p:nvPr>
            <p:ph idx="1" type="body"/>
          </p:nvPr>
        </p:nvSpPr>
        <p:spPr>
          <a:xfrm>
            <a:off x="765025" y="4216328"/>
            <a:ext cx="9612971" cy="1143324"/>
          </a:xfrm>
          <a:prstGeom prst="rect">
            <a:avLst/>
          </a:prstGeom>
          <a:noFill/>
          <a:ln>
            <a:noFill/>
          </a:ln>
        </p:spPr>
        <p:txBody>
          <a:bodyPr anchorCtr="0" anchor="t" bIns="45700" lIns="91425" spcFirstLastPara="1" rIns="91425" wrap="square" tIns="45700">
            <a:normAutofit/>
          </a:bodyPr>
          <a:lstStyle>
            <a:lvl1pPr indent="-228600" lvl="0" marL="457200" algn="r">
              <a:lnSpc>
                <a:spcPct val="112000"/>
              </a:lnSpc>
              <a:spcBef>
                <a:spcPts val="0"/>
              </a:spcBef>
              <a:spcAft>
                <a:spcPts val="0"/>
              </a:spcAft>
              <a:buClr>
                <a:schemeClr val="lt2"/>
              </a:buClr>
              <a:buSzPts val="2400"/>
              <a:buNone/>
              <a:defRPr sz="2400">
                <a:solidFill>
                  <a:schemeClr val="lt2"/>
                </a:solidFill>
              </a:defRPr>
            </a:lvl1pPr>
            <a:lvl2pPr indent="-228600" lvl="1" marL="914400" algn="l">
              <a:lnSpc>
                <a:spcPct val="94000"/>
              </a:lnSpc>
              <a:spcBef>
                <a:spcPts val="500"/>
              </a:spcBef>
              <a:spcAft>
                <a:spcPts val="0"/>
              </a:spcAft>
              <a:buClr>
                <a:schemeClr val="lt1"/>
              </a:buClr>
              <a:buSzPts val="2000"/>
              <a:buNone/>
              <a:defRPr sz="2000">
                <a:solidFill>
                  <a:schemeClr val="lt1"/>
                </a:solidFill>
              </a:defRPr>
            </a:lvl2pPr>
            <a:lvl3pPr indent="-228600" lvl="2" marL="1371600" algn="l">
              <a:lnSpc>
                <a:spcPct val="94000"/>
              </a:lnSpc>
              <a:spcBef>
                <a:spcPts val="500"/>
              </a:spcBef>
              <a:spcAft>
                <a:spcPts val="0"/>
              </a:spcAft>
              <a:buClr>
                <a:schemeClr val="lt1"/>
              </a:buClr>
              <a:buSzPts val="1800"/>
              <a:buNone/>
              <a:defRPr sz="1800">
                <a:solidFill>
                  <a:schemeClr val="lt1"/>
                </a:solidFill>
              </a:defRPr>
            </a:lvl3pPr>
            <a:lvl4pPr indent="-228600" lvl="3" marL="1828800" algn="l">
              <a:lnSpc>
                <a:spcPct val="94000"/>
              </a:lnSpc>
              <a:spcBef>
                <a:spcPts val="500"/>
              </a:spcBef>
              <a:spcAft>
                <a:spcPts val="0"/>
              </a:spcAft>
              <a:buClr>
                <a:schemeClr val="lt1"/>
              </a:buClr>
              <a:buSzPts val="1600"/>
              <a:buNone/>
              <a:defRPr sz="1600">
                <a:solidFill>
                  <a:schemeClr val="lt1"/>
                </a:solidFill>
              </a:defRPr>
            </a:lvl4pPr>
            <a:lvl5pPr indent="-228600" lvl="4" marL="2286000" algn="l">
              <a:lnSpc>
                <a:spcPct val="94000"/>
              </a:lnSpc>
              <a:spcBef>
                <a:spcPts val="500"/>
              </a:spcBef>
              <a:spcAft>
                <a:spcPts val="0"/>
              </a:spcAft>
              <a:buClr>
                <a:schemeClr val="lt1"/>
              </a:buClr>
              <a:buSzPts val="1600"/>
              <a:buNone/>
              <a:defRPr sz="1600">
                <a:solidFill>
                  <a:schemeClr val="lt1"/>
                </a:solidFill>
              </a:defRPr>
            </a:lvl5pPr>
            <a:lvl6pPr indent="-228600" lvl="5" marL="2743200" algn="l">
              <a:lnSpc>
                <a:spcPct val="94000"/>
              </a:lnSpc>
              <a:spcBef>
                <a:spcPts val="500"/>
              </a:spcBef>
              <a:spcAft>
                <a:spcPts val="0"/>
              </a:spcAft>
              <a:buClr>
                <a:schemeClr val="lt1"/>
              </a:buClr>
              <a:buSzPts val="1600"/>
              <a:buNone/>
              <a:defRPr sz="1600">
                <a:solidFill>
                  <a:schemeClr val="lt1"/>
                </a:solidFill>
              </a:defRPr>
            </a:lvl6pPr>
            <a:lvl7pPr indent="-228600" lvl="6" marL="3200400" algn="l">
              <a:lnSpc>
                <a:spcPct val="94000"/>
              </a:lnSpc>
              <a:spcBef>
                <a:spcPts val="500"/>
              </a:spcBef>
              <a:spcAft>
                <a:spcPts val="0"/>
              </a:spcAft>
              <a:buClr>
                <a:schemeClr val="lt1"/>
              </a:buClr>
              <a:buSzPts val="1600"/>
              <a:buNone/>
              <a:defRPr sz="1600">
                <a:solidFill>
                  <a:schemeClr val="lt1"/>
                </a:solidFill>
              </a:defRPr>
            </a:lvl7pPr>
            <a:lvl8pPr indent="-228600" lvl="7" marL="3657600" algn="l">
              <a:lnSpc>
                <a:spcPct val="94000"/>
              </a:lnSpc>
              <a:spcBef>
                <a:spcPts val="500"/>
              </a:spcBef>
              <a:spcAft>
                <a:spcPts val="0"/>
              </a:spcAft>
              <a:buClr>
                <a:schemeClr val="lt1"/>
              </a:buClr>
              <a:buSzPts val="1600"/>
              <a:buNone/>
              <a:defRPr sz="1600">
                <a:solidFill>
                  <a:schemeClr val="lt1"/>
                </a:solidFill>
              </a:defRPr>
            </a:lvl8pPr>
            <a:lvl9pPr indent="-228600" lvl="8" marL="4114800" algn="l">
              <a:lnSpc>
                <a:spcPct val="94000"/>
              </a:lnSpc>
              <a:spcBef>
                <a:spcPts val="500"/>
              </a:spcBef>
              <a:spcAft>
                <a:spcPts val="200"/>
              </a:spcAft>
              <a:buClr>
                <a:schemeClr val="lt1"/>
              </a:buClr>
              <a:buSzPts val="1600"/>
              <a:buNone/>
              <a:defRPr sz="1600">
                <a:solidFill>
                  <a:schemeClr val="lt1"/>
                </a:solidFill>
              </a:defRPr>
            </a:lvl9pPr>
          </a:lstStyle>
          <a:p/>
        </p:txBody>
      </p:sp>
      <p:sp>
        <p:nvSpPr>
          <p:cNvPr id="34" name="Google Shape;34;p27"/>
          <p:cNvSpPr txBox="1"/>
          <p:nvPr>
            <p:ph idx="10" type="dt"/>
          </p:nvPr>
        </p:nvSpPr>
        <p:spPr>
          <a:xfrm>
            <a:off x="738908" y="6453386"/>
            <a:ext cx="1622409"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27"/>
          <p:cNvSpPr txBox="1"/>
          <p:nvPr>
            <p:ph idx="11" type="ftr"/>
          </p:nvPr>
        </p:nvSpPr>
        <p:spPr>
          <a:xfrm>
            <a:off x="2584312" y="6453386"/>
            <a:ext cx="7023377" cy="40461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27"/>
          <p:cNvSpPr txBox="1"/>
          <p:nvPr>
            <p:ph idx="12" type="sldNum"/>
          </p:nvPr>
        </p:nvSpPr>
        <p:spPr>
          <a:xfrm>
            <a:off x="9830683" y="6453386"/>
            <a:ext cx="1596292" cy="40461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chemeClr val="lt2"/>
                </a:solidFill>
                <a:latin typeface="Libre Franklin"/>
                <a:ea typeface="Libre Franklin"/>
                <a:cs typeface="Libre Franklin"/>
                <a:sym typeface="Libre Franklin"/>
              </a:defRPr>
            </a:lvl1pPr>
            <a:lvl2pPr indent="0" lvl="1" marL="0" algn="r">
              <a:spcBef>
                <a:spcPts val="0"/>
              </a:spcBef>
              <a:buNone/>
              <a:defRPr sz="1200">
                <a:solidFill>
                  <a:schemeClr val="lt2"/>
                </a:solidFill>
                <a:latin typeface="Libre Franklin"/>
                <a:ea typeface="Libre Franklin"/>
                <a:cs typeface="Libre Franklin"/>
                <a:sym typeface="Libre Franklin"/>
              </a:defRPr>
            </a:lvl2pPr>
            <a:lvl3pPr indent="0" lvl="2" marL="0" algn="r">
              <a:spcBef>
                <a:spcPts val="0"/>
              </a:spcBef>
              <a:buNone/>
              <a:defRPr sz="1200">
                <a:solidFill>
                  <a:schemeClr val="lt2"/>
                </a:solidFill>
                <a:latin typeface="Libre Franklin"/>
                <a:ea typeface="Libre Franklin"/>
                <a:cs typeface="Libre Franklin"/>
                <a:sym typeface="Libre Franklin"/>
              </a:defRPr>
            </a:lvl3pPr>
            <a:lvl4pPr indent="0" lvl="3" marL="0" algn="r">
              <a:spcBef>
                <a:spcPts val="0"/>
              </a:spcBef>
              <a:buNone/>
              <a:defRPr sz="1200">
                <a:solidFill>
                  <a:schemeClr val="lt2"/>
                </a:solidFill>
                <a:latin typeface="Libre Franklin"/>
                <a:ea typeface="Libre Franklin"/>
                <a:cs typeface="Libre Franklin"/>
                <a:sym typeface="Libre Franklin"/>
              </a:defRPr>
            </a:lvl4pPr>
            <a:lvl5pPr indent="0" lvl="4" marL="0" algn="r">
              <a:spcBef>
                <a:spcPts val="0"/>
              </a:spcBef>
              <a:buNone/>
              <a:defRPr sz="1200">
                <a:solidFill>
                  <a:schemeClr val="lt2"/>
                </a:solidFill>
                <a:latin typeface="Libre Franklin"/>
                <a:ea typeface="Libre Franklin"/>
                <a:cs typeface="Libre Franklin"/>
                <a:sym typeface="Libre Franklin"/>
              </a:defRPr>
            </a:lvl5pPr>
            <a:lvl6pPr indent="0" lvl="5" marL="0" algn="r">
              <a:spcBef>
                <a:spcPts val="0"/>
              </a:spcBef>
              <a:buNone/>
              <a:defRPr sz="1200">
                <a:solidFill>
                  <a:schemeClr val="lt2"/>
                </a:solidFill>
                <a:latin typeface="Libre Franklin"/>
                <a:ea typeface="Libre Franklin"/>
                <a:cs typeface="Libre Franklin"/>
                <a:sym typeface="Libre Franklin"/>
              </a:defRPr>
            </a:lvl6pPr>
            <a:lvl7pPr indent="0" lvl="6" marL="0" algn="r">
              <a:spcBef>
                <a:spcPts val="0"/>
              </a:spcBef>
              <a:buNone/>
              <a:defRPr sz="1200">
                <a:solidFill>
                  <a:schemeClr val="lt2"/>
                </a:solidFill>
                <a:latin typeface="Libre Franklin"/>
                <a:ea typeface="Libre Franklin"/>
                <a:cs typeface="Libre Franklin"/>
                <a:sym typeface="Libre Franklin"/>
              </a:defRPr>
            </a:lvl7pPr>
            <a:lvl8pPr indent="0" lvl="7" marL="0" algn="r">
              <a:spcBef>
                <a:spcPts val="0"/>
              </a:spcBef>
              <a:buNone/>
              <a:defRPr sz="1200">
                <a:solidFill>
                  <a:schemeClr val="lt2"/>
                </a:solidFill>
                <a:latin typeface="Libre Franklin"/>
                <a:ea typeface="Libre Franklin"/>
                <a:cs typeface="Libre Franklin"/>
                <a:sym typeface="Libre Franklin"/>
              </a:defRPr>
            </a:lvl8pPr>
            <a:lvl9pPr indent="0" lvl="8" marL="0" algn="r">
              <a:spcBef>
                <a:spcPts val="0"/>
              </a:spcBef>
              <a:buNone/>
              <a:defRPr sz="1200">
                <a:solidFill>
                  <a:schemeClr val="lt2"/>
                </a:solidFill>
                <a:latin typeface="Libre Franklin"/>
                <a:ea typeface="Libre Franklin"/>
                <a:cs typeface="Libre Franklin"/>
                <a:sym typeface="Libre Franklin"/>
              </a:defRPr>
            </a:lvl9pPr>
          </a:lstStyle>
          <a:p>
            <a:pPr indent="0" lvl="0" marL="0" rtl="0" algn="r">
              <a:spcBef>
                <a:spcPts val="0"/>
              </a:spcBef>
              <a:spcAft>
                <a:spcPts val="0"/>
              </a:spcAft>
              <a:buNone/>
            </a:pPr>
            <a:fld id="{00000000-1234-1234-1234-123412341234}" type="slidenum">
              <a:rPr lang="en-IN"/>
              <a:t>‹#›</a:t>
            </a:fld>
            <a:endParaRPr/>
          </a:p>
        </p:txBody>
      </p:sp>
      <p:sp>
        <p:nvSpPr>
          <p:cNvPr id="37" name="Google Shape;37;p27" title="Crop Mark"/>
          <p:cNvSpPr/>
          <p:nvPr/>
        </p:nvSpPr>
        <p:spPr>
          <a:xfrm>
            <a:off x="8151962" y="1685652"/>
            <a:ext cx="3275013" cy="4408488"/>
          </a:xfrm>
          <a:custGeom>
            <a:rect b="b" l="l" r="r" t="t"/>
            <a:pathLst>
              <a:path extrusionOk="0" h="5554" w="4125">
                <a:moveTo>
                  <a:pt x="3614" y="0"/>
                </a:moveTo>
                <a:lnTo>
                  <a:pt x="4125" y="0"/>
                </a:lnTo>
                <a:lnTo>
                  <a:pt x="4125" y="5554"/>
                </a:lnTo>
                <a:lnTo>
                  <a:pt x="0" y="5554"/>
                </a:lnTo>
                <a:lnTo>
                  <a:pt x="0" y="5074"/>
                </a:lnTo>
                <a:lnTo>
                  <a:pt x="3614" y="5074"/>
                </a:lnTo>
                <a:lnTo>
                  <a:pt x="3614" y="0"/>
                </a:lnTo>
                <a:close/>
              </a:path>
            </a:pathLst>
          </a:custGeom>
          <a:solidFill>
            <a:schemeClr val="lt2"/>
          </a:solidFill>
          <a:ln>
            <a:no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8" name="Shape 38"/>
        <p:cNvGrpSpPr/>
        <p:nvPr/>
      </p:nvGrpSpPr>
      <p:grpSpPr>
        <a:xfrm>
          <a:off x="0" y="0"/>
          <a:ext cx="0" cy="0"/>
          <a:chOff x="0" y="0"/>
          <a:chExt cx="0" cy="0"/>
        </a:xfrm>
      </p:grpSpPr>
      <p:sp>
        <p:nvSpPr>
          <p:cNvPr id="39" name="Google Shape;39;p28"/>
          <p:cNvSpPr txBox="1"/>
          <p:nvPr>
            <p:ph type="title"/>
          </p:nvPr>
        </p:nvSpPr>
        <p:spPr>
          <a:xfrm>
            <a:off x="1371600" y="685800"/>
            <a:ext cx="9601200" cy="1485900"/>
          </a:xfrm>
          <a:prstGeom prst="rect">
            <a:avLst/>
          </a:prstGeom>
          <a:noFill/>
          <a:ln>
            <a:noFill/>
          </a:ln>
        </p:spPr>
        <p:txBody>
          <a:bodyPr anchorCtr="0" anchor="t" bIns="45700" lIns="91425" spcFirstLastPara="1" rIns="91425" wrap="square" tIns="45700">
            <a:normAutofit/>
          </a:bodyPr>
          <a:lstStyle>
            <a:lvl1pPr lvl="0" algn="l">
              <a:lnSpc>
                <a:spcPct val="89000"/>
              </a:lnSpc>
              <a:spcBef>
                <a:spcPts val="0"/>
              </a:spcBef>
              <a:spcAft>
                <a:spcPts val="0"/>
              </a:spcAft>
              <a:buClr>
                <a:schemeClr val="dk2"/>
              </a:buClr>
              <a:buSzPts val="4400"/>
              <a:buFont typeface="Libre Franklin"/>
              <a:buNone/>
              <a:defRPr>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28"/>
          <p:cNvSpPr txBox="1"/>
          <p:nvPr>
            <p:ph idx="1" type="body"/>
          </p:nvPr>
        </p:nvSpPr>
        <p:spPr>
          <a:xfrm>
            <a:off x="1371600" y="2285999"/>
            <a:ext cx="4447786" cy="3581401"/>
          </a:xfrm>
          <a:prstGeom prst="rect">
            <a:avLst/>
          </a:prstGeom>
          <a:noFill/>
          <a:ln>
            <a:noFill/>
          </a:ln>
        </p:spPr>
        <p:txBody>
          <a:bodyPr anchorCtr="0" anchor="t" bIns="45700" lIns="91425" spcFirstLastPara="1" rIns="91425" wrap="square" tIns="45700">
            <a:normAutofit/>
          </a:bodyPr>
          <a:lstStyle>
            <a:lvl1pPr indent="-355600" lvl="0" marL="457200" algn="l">
              <a:lnSpc>
                <a:spcPct val="94000"/>
              </a:lnSpc>
              <a:spcBef>
                <a:spcPts val="1000"/>
              </a:spcBef>
              <a:spcAft>
                <a:spcPts val="0"/>
              </a:spcAft>
              <a:buClr>
                <a:schemeClr val="dk2"/>
              </a:buClr>
              <a:buSzPts val="2000"/>
              <a:buChar char="■"/>
              <a:defRPr>
                <a:solidFill>
                  <a:schemeClr val="dk2"/>
                </a:solidFill>
              </a:defRPr>
            </a:lvl1pPr>
            <a:lvl2pPr indent="-355600" lvl="1" marL="914400" algn="l">
              <a:lnSpc>
                <a:spcPct val="94000"/>
              </a:lnSpc>
              <a:spcBef>
                <a:spcPts val="500"/>
              </a:spcBef>
              <a:spcAft>
                <a:spcPts val="0"/>
              </a:spcAft>
              <a:buClr>
                <a:schemeClr val="dk2"/>
              </a:buClr>
              <a:buSzPts val="2000"/>
              <a:buChar char="–"/>
              <a:defRPr>
                <a:solidFill>
                  <a:schemeClr val="dk2"/>
                </a:solidFill>
              </a:defRPr>
            </a:lvl2pPr>
            <a:lvl3pPr indent="-342900" lvl="2" marL="1371600" algn="l">
              <a:lnSpc>
                <a:spcPct val="94000"/>
              </a:lnSpc>
              <a:spcBef>
                <a:spcPts val="500"/>
              </a:spcBef>
              <a:spcAft>
                <a:spcPts val="0"/>
              </a:spcAft>
              <a:buClr>
                <a:schemeClr val="dk2"/>
              </a:buClr>
              <a:buSzPts val="1800"/>
              <a:buChar char="■"/>
              <a:defRPr>
                <a:solidFill>
                  <a:schemeClr val="dk2"/>
                </a:solidFill>
              </a:defRPr>
            </a:lvl3pPr>
            <a:lvl4pPr indent="-342900" lvl="3" marL="1828800" algn="l">
              <a:lnSpc>
                <a:spcPct val="94000"/>
              </a:lnSpc>
              <a:spcBef>
                <a:spcPts val="500"/>
              </a:spcBef>
              <a:spcAft>
                <a:spcPts val="0"/>
              </a:spcAft>
              <a:buClr>
                <a:schemeClr val="dk2"/>
              </a:buClr>
              <a:buSzPts val="1800"/>
              <a:buChar char="–"/>
              <a:defRPr>
                <a:solidFill>
                  <a:schemeClr val="dk2"/>
                </a:solidFill>
              </a:defRPr>
            </a:lvl4pPr>
            <a:lvl5pPr indent="-330200" lvl="4" marL="2286000" algn="l">
              <a:lnSpc>
                <a:spcPct val="94000"/>
              </a:lnSpc>
              <a:spcBef>
                <a:spcPts val="500"/>
              </a:spcBef>
              <a:spcAft>
                <a:spcPts val="0"/>
              </a:spcAft>
              <a:buClr>
                <a:schemeClr val="dk2"/>
              </a:buClr>
              <a:buSzPts val="1600"/>
              <a:buChar char="■"/>
              <a:defRPr>
                <a:solidFill>
                  <a:schemeClr val="dk2"/>
                </a:solidFill>
              </a:defRPr>
            </a:lvl5pPr>
            <a:lvl6pPr indent="-342900" lvl="5" marL="2743200" algn="l">
              <a:lnSpc>
                <a:spcPct val="94000"/>
              </a:lnSpc>
              <a:spcBef>
                <a:spcPts val="500"/>
              </a:spcBef>
              <a:spcAft>
                <a:spcPts val="0"/>
              </a:spcAft>
              <a:buClr>
                <a:schemeClr val="dk2"/>
              </a:buClr>
              <a:buSzPts val="1800"/>
              <a:buChar char="–"/>
              <a:defRPr/>
            </a:lvl6pPr>
            <a:lvl7pPr indent="-342900" lvl="6" marL="3200400" algn="l">
              <a:lnSpc>
                <a:spcPct val="94000"/>
              </a:lnSpc>
              <a:spcBef>
                <a:spcPts val="500"/>
              </a:spcBef>
              <a:spcAft>
                <a:spcPts val="0"/>
              </a:spcAft>
              <a:buClr>
                <a:schemeClr val="dk2"/>
              </a:buClr>
              <a:buSzPts val="1800"/>
              <a:buChar char="■"/>
              <a:defRPr/>
            </a:lvl7pPr>
            <a:lvl8pPr indent="-342900" lvl="7" marL="3657600" algn="l">
              <a:lnSpc>
                <a:spcPct val="94000"/>
              </a:lnSpc>
              <a:spcBef>
                <a:spcPts val="500"/>
              </a:spcBef>
              <a:spcAft>
                <a:spcPts val="0"/>
              </a:spcAft>
              <a:buClr>
                <a:schemeClr val="dk2"/>
              </a:buClr>
              <a:buSzPts val="1800"/>
              <a:buChar char="–"/>
              <a:defRPr/>
            </a:lvl8pPr>
            <a:lvl9pPr indent="-342900" lvl="8" marL="4114800" algn="l">
              <a:lnSpc>
                <a:spcPct val="94000"/>
              </a:lnSpc>
              <a:spcBef>
                <a:spcPts val="500"/>
              </a:spcBef>
              <a:spcAft>
                <a:spcPts val="200"/>
              </a:spcAft>
              <a:buClr>
                <a:schemeClr val="dk2"/>
              </a:buClr>
              <a:buSzPts val="1800"/>
              <a:buChar char="■"/>
              <a:defRPr/>
            </a:lvl9pPr>
          </a:lstStyle>
          <a:p/>
        </p:txBody>
      </p:sp>
      <p:sp>
        <p:nvSpPr>
          <p:cNvPr id="41" name="Google Shape;41;p28"/>
          <p:cNvSpPr txBox="1"/>
          <p:nvPr>
            <p:ph idx="2" type="body"/>
          </p:nvPr>
        </p:nvSpPr>
        <p:spPr>
          <a:xfrm>
            <a:off x="6525403" y="2285999"/>
            <a:ext cx="4447786" cy="3581401"/>
          </a:xfrm>
          <a:prstGeom prst="rect">
            <a:avLst/>
          </a:prstGeom>
          <a:noFill/>
          <a:ln>
            <a:noFill/>
          </a:ln>
        </p:spPr>
        <p:txBody>
          <a:bodyPr anchorCtr="0" anchor="t" bIns="45700" lIns="91425" spcFirstLastPara="1" rIns="91425" wrap="square" tIns="45700">
            <a:normAutofit/>
          </a:bodyPr>
          <a:lstStyle>
            <a:lvl1pPr indent="-355600" lvl="0" marL="457200" algn="l">
              <a:lnSpc>
                <a:spcPct val="94000"/>
              </a:lnSpc>
              <a:spcBef>
                <a:spcPts val="1000"/>
              </a:spcBef>
              <a:spcAft>
                <a:spcPts val="0"/>
              </a:spcAft>
              <a:buClr>
                <a:schemeClr val="dk2"/>
              </a:buClr>
              <a:buSzPts val="2000"/>
              <a:buChar char="■"/>
              <a:defRPr>
                <a:solidFill>
                  <a:schemeClr val="dk2"/>
                </a:solidFill>
              </a:defRPr>
            </a:lvl1pPr>
            <a:lvl2pPr indent="-355600" lvl="1" marL="914400" algn="l">
              <a:lnSpc>
                <a:spcPct val="94000"/>
              </a:lnSpc>
              <a:spcBef>
                <a:spcPts val="500"/>
              </a:spcBef>
              <a:spcAft>
                <a:spcPts val="0"/>
              </a:spcAft>
              <a:buClr>
                <a:schemeClr val="dk2"/>
              </a:buClr>
              <a:buSzPts val="2000"/>
              <a:buChar char="–"/>
              <a:defRPr>
                <a:solidFill>
                  <a:schemeClr val="dk2"/>
                </a:solidFill>
              </a:defRPr>
            </a:lvl2pPr>
            <a:lvl3pPr indent="-342900" lvl="2" marL="1371600" algn="l">
              <a:lnSpc>
                <a:spcPct val="94000"/>
              </a:lnSpc>
              <a:spcBef>
                <a:spcPts val="500"/>
              </a:spcBef>
              <a:spcAft>
                <a:spcPts val="0"/>
              </a:spcAft>
              <a:buClr>
                <a:schemeClr val="dk2"/>
              </a:buClr>
              <a:buSzPts val="1800"/>
              <a:buChar char="■"/>
              <a:defRPr>
                <a:solidFill>
                  <a:schemeClr val="dk2"/>
                </a:solidFill>
              </a:defRPr>
            </a:lvl3pPr>
            <a:lvl4pPr indent="-342900" lvl="3" marL="1828800" algn="l">
              <a:lnSpc>
                <a:spcPct val="94000"/>
              </a:lnSpc>
              <a:spcBef>
                <a:spcPts val="500"/>
              </a:spcBef>
              <a:spcAft>
                <a:spcPts val="0"/>
              </a:spcAft>
              <a:buClr>
                <a:schemeClr val="dk2"/>
              </a:buClr>
              <a:buSzPts val="1800"/>
              <a:buChar char="–"/>
              <a:defRPr>
                <a:solidFill>
                  <a:schemeClr val="dk2"/>
                </a:solidFill>
              </a:defRPr>
            </a:lvl4pPr>
            <a:lvl5pPr indent="-330200" lvl="4" marL="2286000" algn="l">
              <a:lnSpc>
                <a:spcPct val="94000"/>
              </a:lnSpc>
              <a:spcBef>
                <a:spcPts val="500"/>
              </a:spcBef>
              <a:spcAft>
                <a:spcPts val="0"/>
              </a:spcAft>
              <a:buClr>
                <a:schemeClr val="dk2"/>
              </a:buClr>
              <a:buSzPts val="1600"/>
              <a:buChar char="■"/>
              <a:defRPr>
                <a:solidFill>
                  <a:schemeClr val="dk2"/>
                </a:solidFill>
              </a:defRPr>
            </a:lvl5pPr>
            <a:lvl6pPr indent="-342900" lvl="5" marL="2743200" algn="l">
              <a:lnSpc>
                <a:spcPct val="94000"/>
              </a:lnSpc>
              <a:spcBef>
                <a:spcPts val="500"/>
              </a:spcBef>
              <a:spcAft>
                <a:spcPts val="0"/>
              </a:spcAft>
              <a:buClr>
                <a:schemeClr val="dk2"/>
              </a:buClr>
              <a:buSzPts val="1800"/>
              <a:buChar char="–"/>
              <a:defRPr/>
            </a:lvl6pPr>
            <a:lvl7pPr indent="-342900" lvl="6" marL="3200400" algn="l">
              <a:lnSpc>
                <a:spcPct val="94000"/>
              </a:lnSpc>
              <a:spcBef>
                <a:spcPts val="500"/>
              </a:spcBef>
              <a:spcAft>
                <a:spcPts val="0"/>
              </a:spcAft>
              <a:buClr>
                <a:schemeClr val="dk2"/>
              </a:buClr>
              <a:buSzPts val="1800"/>
              <a:buChar char="■"/>
              <a:defRPr/>
            </a:lvl7pPr>
            <a:lvl8pPr indent="-342900" lvl="7" marL="3657600" algn="l">
              <a:lnSpc>
                <a:spcPct val="94000"/>
              </a:lnSpc>
              <a:spcBef>
                <a:spcPts val="500"/>
              </a:spcBef>
              <a:spcAft>
                <a:spcPts val="0"/>
              </a:spcAft>
              <a:buClr>
                <a:schemeClr val="dk2"/>
              </a:buClr>
              <a:buSzPts val="1800"/>
              <a:buChar char="–"/>
              <a:defRPr/>
            </a:lvl8pPr>
            <a:lvl9pPr indent="-342900" lvl="8" marL="4114800" algn="l">
              <a:lnSpc>
                <a:spcPct val="94000"/>
              </a:lnSpc>
              <a:spcBef>
                <a:spcPts val="500"/>
              </a:spcBef>
              <a:spcAft>
                <a:spcPts val="200"/>
              </a:spcAft>
              <a:buClr>
                <a:schemeClr val="dk2"/>
              </a:buClr>
              <a:buSzPts val="1800"/>
              <a:buChar char="■"/>
              <a:defRPr/>
            </a:lvl9pPr>
          </a:lstStyle>
          <a:p/>
        </p:txBody>
      </p:sp>
      <p:sp>
        <p:nvSpPr>
          <p:cNvPr id="42" name="Google Shape;42;p28"/>
          <p:cNvSpPr txBox="1"/>
          <p:nvPr>
            <p:ph idx="10" type="dt"/>
          </p:nvPr>
        </p:nvSpPr>
        <p:spPr>
          <a:xfrm>
            <a:off x="1390650" y="6453386"/>
            <a:ext cx="1204572"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28"/>
          <p:cNvSpPr txBox="1"/>
          <p:nvPr>
            <p:ph idx="11" type="ftr"/>
          </p:nvPr>
        </p:nvSpPr>
        <p:spPr>
          <a:xfrm>
            <a:off x="2893564" y="6453386"/>
            <a:ext cx="6280830"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28"/>
          <p:cNvSpPr txBox="1"/>
          <p:nvPr>
            <p:ph idx="12" type="sldNum"/>
          </p:nvPr>
        </p:nvSpPr>
        <p:spPr>
          <a:xfrm>
            <a:off x="9472736" y="6453386"/>
            <a:ext cx="1596292" cy="40461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5" name="Shape 45"/>
        <p:cNvGrpSpPr/>
        <p:nvPr/>
      </p:nvGrpSpPr>
      <p:grpSpPr>
        <a:xfrm>
          <a:off x="0" y="0"/>
          <a:ext cx="0" cy="0"/>
          <a:chOff x="0" y="0"/>
          <a:chExt cx="0" cy="0"/>
        </a:xfrm>
      </p:grpSpPr>
      <p:sp>
        <p:nvSpPr>
          <p:cNvPr id="46" name="Google Shape;46;p29"/>
          <p:cNvSpPr txBox="1"/>
          <p:nvPr>
            <p:ph type="title"/>
          </p:nvPr>
        </p:nvSpPr>
        <p:spPr>
          <a:xfrm>
            <a:off x="1371600" y="685800"/>
            <a:ext cx="9601200" cy="1485900"/>
          </a:xfrm>
          <a:prstGeom prst="rect">
            <a:avLst/>
          </a:prstGeom>
          <a:noFill/>
          <a:ln>
            <a:noFill/>
          </a:ln>
        </p:spPr>
        <p:txBody>
          <a:bodyPr anchorCtr="0" anchor="t" bIns="45700" lIns="91425" spcFirstLastPara="1" rIns="91425" wrap="square" tIns="45700">
            <a:normAutofit/>
          </a:bodyPr>
          <a:lstStyle>
            <a:lvl1pPr lvl="0" algn="l">
              <a:lnSpc>
                <a:spcPct val="89000"/>
              </a:lnSpc>
              <a:spcBef>
                <a:spcPts val="0"/>
              </a:spcBef>
              <a:spcAft>
                <a:spcPts val="0"/>
              </a:spcAft>
              <a:buClr>
                <a:schemeClr val="dk2"/>
              </a:buClr>
              <a:buSzPts val="4400"/>
              <a:buFont typeface="Libre Franklin"/>
              <a:buNone/>
              <a:defRPr>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29"/>
          <p:cNvSpPr txBox="1"/>
          <p:nvPr>
            <p:ph idx="1" type="body"/>
          </p:nvPr>
        </p:nvSpPr>
        <p:spPr>
          <a:xfrm>
            <a:off x="1371600" y="2340864"/>
            <a:ext cx="4443984" cy="823912"/>
          </a:xfrm>
          <a:prstGeom prst="rect">
            <a:avLst/>
          </a:prstGeom>
          <a:noFill/>
          <a:ln>
            <a:noFill/>
          </a:ln>
        </p:spPr>
        <p:txBody>
          <a:bodyPr anchorCtr="0" anchor="b" bIns="45700" lIns="91425" spcFirstLastPara="1" rIns="91425" wrap="square" tIns="45700">
            <a:noAutofit/>
          </a:bodyPr>
          <a:lstStyle>
            <a:lvl1pPr indent="-228600" lvl="0" marL="457200" algn="l">
              <a:lnSpc>
                <a:spcPct val="84000"/>
              </a:lnSpc>
              <a:spcBef>
                <a:spcPts val="0"/>
              </a:spcBef>
              <a:spcAft>
                <a:spcPts val="0"/>
              </a:spcAft>
              <a:buClr>
                <a:schemeClr val="dk2"/>
              </a:buClr>
              <a:buSzPts val="3000"/>
              <a:buNone/>
              <a:defRPr b="0" sz="3000">
                <a:solidFill>
                  <a:schemeClr val="dk2"/>
                </a:solidFill>
              </a:defRPr>
            </a:lvl1pPr>
            <a:lvl2pPr indent="-228600" lvl="1" marL="914400" algn="l">
              <a:lnSpc>
                <a:spcPct val="94000"/>
              </a:lnSpc>
              <a:spcBef>
                <a:spcPts val="500"/>
              </a:spcBef>
              <a:spcAft>
                <a:spcPts val="0"/>
              </a:spcAft>
              <a:buClr>
                <a:schemeClr val="dk2"/>
              </a:buClr>
              <a:buSzPts val="2000"/>
              <a:buNone/>
              <a:defRPr b="1" sz="2000"/>
            </a:lvl2pPr>
            <a:lvl3pPr indent="-228600" lvl="2" marL="1371600" algn="l">
              <a:lnSpc>
                <a:spcPct val="94000"/>
              </a:lnSpc>
              <a:spcBef>
                <a:spcPts val="500"/>
              </a:spcBef>
              <a:spcAft>
                <a:spcPts val="0"/>
              </a:spcAft>
              <a:buClr>
                <a:schemeClr val="dk2"/>
              </a:buClr>
              <a:buSzPts val="1800"/>
              <a:buNone/>
              <a:defRPr b="1" sz="1800"/>
            </a:lvl3pPr>
            <a:lvl4pPr indent="-228600" lvl="3" marL="1828800" algn="l">
              <a:lnSpc>
                <a:spcPct val="94000"/>
              </a:lnSpc>
              <a:spcBef>
                <a:spcPts val="500"/>
              </a:spcBef>
              <a:spcAft>
                <a:spcPts val="0"/>
              </a:spcAft>
              <a:buClr>
                <a:schemeClr val="dk2"/>
              </a:buClr>
              <a:buSzPts val="1600"/>
              <a:buNone/>
              <a:defRPr b="1" sz="1600"/>
            </a:lvl4pPr>
            <a:lvl5pPr indent="-228600" lvl="4" marL="2286000" algn="l">
              <a:lnSpc>
                <a:spcPct val="94000"/>
              </a:lnSpc>
              <a:spcBef>
                <a:spcPts val="500"/>
              </a:spcBef>
              <a:spcAft>
                <a:spcPts val="0"/>
              </a:spcAft>
              <a:buClr>
                <a:schemeClr val="dk2"/>
              </a:buClr>
              <a:buSzPts val="1600"/>
              <a:buNone/>
              <a:defRPr b="1" sz="1600"/>
            </a:lvl5pPr>
            <a:lvl6pPr indent="-228600" lvl="5" marL="2743200" algn="l">
              <a:lnSpc>
                <a:spcPct val="94000"/>
              </a:lnSpc>
              <a:spcBef>
                <a:spcPts val="500"/>
              </a:spcBef>
              <a:spcAft>
                <a:spcPts val="0"/>
              </a:spcAft>
              <a:buClr>
                <a:schemeClr val="dk2"/>
              </a:buClr>
              <a:buSzPts val="1600"/>
              <a:buNone/>
              <a:defRPr b="1" sz="1600"/>
            </a:lvl6pPr>
            <a:lvl7pPr indent="-228600" lvl="6" marL="3200400" algn="l">
              <a:lnSpc>
                <a:spcPct val="94000"/>
              </a:lnSpc>
              <a:spcBef>
                <a:spcPts val="500"/>
              </a:spcBef>
              <a:spcAft>
                <a:spcPts val="0"/>
              </a:spcAft>
              <a:buClr>
                <a:schemeClr val="dk2"/>
              </a:buClr>
              <a:buSzPts val="1600"/>
              <a:buNone/>
              <a:defRPr b="1" sz="1600"/>
            </a:lvl7pPr>
            <a:lvl8pPr indent="-228600" lvl="7" marL="3657600" algn="l">
              <a:lnSpc>
                <a:spcPct val="94000"/>
              </a:lnSpc>
              <a:spcBef>
                <a:spcPts val="500"/>
              </a:spcBef>
              <a:spcAft>
                <a:spcPts val="0"/>
              </a:spcAft>
              <a:buClr>
                <a:schemeClr val="dk2"/>
              </a:buClr>
              <a:buSzPts val="1600"/>
              <a:buNone/>
              <a:defRPr b="1" sz="1600"/>
            </a:lvl8pPr>
            <a:lvl9pPr indent="-228600" lvl="8" marL="4114800" algn="l">
              <a:lnSpc>
                <a:spcPct val="94000"/>
              </a:lnSpc>
              <a:spcBef>
                <a:spcPts val="500"/>
              </a:spcBef>
              <a:spcAft>
                <a:spcPts val="200"/>
              </a:spcAft>
              <a:buClr>
                <a:schemeClr val="dk2"/>
              </a:buClr>
              <a:buSzPts val="1600"/>
              <a:buNone/>
              <a:defRPr b="1" sz="1600"/>
            </a:lvl9pPr>
          </a:lstStyle>
          <a:p/>
        </p:txBody>
      </p:sp>
      <p:sp>
        <p:nvSpPr>
          <p:cNvPr id="48" name="Google Shape;48;p29"/>
          <p:cNvSpPr txBox="1"/>
          <p:nvPr>
            <p:ph idx="2" type="body"/>
          </p:nvPr>
        </p:nvSpPr>
        <p:spPr>
          <a:xfrm>
            <a:off x="1371600" y="3305207"/>
            <a:ext cx="4443984" cy="2562193"/>
          </a:xfrm>
          <a:prstGeom prst="rect">
            <a:avLst/>
          </a:prstGeom>
          <a:noFill/>
          <a:ln>
            <a:noFill/>
          </a:ln>
        </p:spPr>
        <p:txBody>
          <a:bodyPr anchorCtr="0" anchor="t" bIns="45700" lIns="91425" spcFirstLastPara="1" rIns="91425" wrap="square" tIns="45700">
            <a:normAutofit/>
          </a:bodyPr>
          <a:lstStyle>
            <a:lvl1pPr indent="-355600" lvl="0" marL="457200" algn="l">
              <a:lnSpc>
                <a:spcPct val="94000"/>
              </a:lnSpc>
              <a:spcBef>
                <a:spcPts val="1000"/>
              </a:spcBef>
              <a:spcAft>
                <a:spcPts val="0"/>
              </a:spcAft>
              <a:buClr>
                <a:schemeClr val="dk2"/>
              </a:buClr>
              <a:buSzPts val="2000"/>
              <a:buChar char="■"/>
              <a:defRPr>
                <a:solidFill>
                  <a:schemeClr val="dk2"/>
                </a:solidFill>
              </a:defRPr>
            </a:lvl1pPr>
            <a:lvl2pPr indent="-355600" lvl="1" marL="914400" algn="l">
              <a:lnSpc>
                <a:spcPct val="94000"/>
              </a:lnSpc>
              <a:spcBef>
                <a:spcPts val="500"/>
              </a:spcBef>
              <a:spcAft>
                <a:spcPts val="0"/>
              </a:spcAft>
              <a:buClr>
                <a:schemeClr val="dk2"/>
              </a:buClr>
              <a:buSzPts val="2000"/>
              <a:buChar char="–"/>
              <a:defRPr>
                <a:solidFill>
                  <a:schemeClr val="dk2"/>
                </a:solidFill>
              </a:defRPr>
            </a:lvl2pPr>
            <a:lvl3pPr indent="-342900" lvl="2" marL="1371600" algn="l">
              <a:lnSpc>
                <a:spcPct val="94000"/>
              </a:lnSpc>
              <a:spcBef>
                <a:spcPts val="500"/>
              </a:spcBef>
              <a:spcAft>
                <a:spcPts val="0"/>
              </a:spcAft>
              <a:buClr>
                <a:schemeClr val="dk2"/>
              </a:buClr>
              <a:buSzPts val="1800"/>
              <a:buChar char="■"/>
              <a:defRPr>
                <a:solidFill>
                  <a:schemeClr val="dk2"/>
                </a:solidFill>
              </a:defRPr>
            </a:lvl3pPr>
            <a:lvl4pPr indent="-342900" lvl="3" marL="1828800" algn="l">
              <a:lnSpc>
                <a:spcPct val="94000"/>
              </a:lnSpc>
              <a:spcBef>
                <a:spcPts val="500"/>
              </a:spcBef>
              <a:spcAft>
                <a:spcPts val="0"/>
              </a:spcAft>
              <a:buClr>
                <a:schemeClr val="dk2"/>
              </a:buClr>
              <a:buSzPts val="1800"/>
              <a:buChar char="–"/>
              <a:defRPr>
                <a:solidFill>
                  <a:schemeClr val="dk2"/>
                </a:solidFill>
              </a:defRPr>
            </a:lvl4pPr>
            <a:lvl5pPr indent="-330200" lvl="4" marL="2286000" algn="l">
              <a:lnSpc>
                <a:spcPct val="94000"/>
              </a:lnSpc>
              <a:spcBef>
                <a:spcPts val="500"/>
              </a:spcBef>
              <a:spcAft>
                <a:spcPts val="0"/>
              </a:spcAft>
              <a:buClr>
                <a:schemeClr val="dk2"/>
              </a:buClr>
              <a:buSzPts val="1600"/>
              <a:buChar char="■"/>
              <a:defRPr>
                <a:solidFill>
                  <a:schemeClr val="dk2"/>
                </a:solidFill>
              </a:defRPr>
            </a:lvl5pPr>
            <a:lvl6pPr indent="-342900" lvl="5" marL="2743200" algn="l">
              <a:lnSpc>
                <a:spcPct val="94000"/>
              </a:lnSpc>
              <a:spcBef>
                <a:spcPts val="500"/>
              </a:spcBef>
              <a:spcAft>
                <a:spcPts val="0"/>
              </a:spcAft>
              <a:buClr>
                <a:schemeClr val="dk2"/>
              </a:buClr>
              <a:buSzPts val="1800"/>
              <a:buChar char="–"/>
              <a:defRPr/>
            </a:lvl6pPr>
            <a:lvl7pPr indent="-342900" lvl="6" marL="3200400" algn="l">
              <a:lnSpc>
                <a:spcPct val="94000"/>
              </a:lnSpc>
              <a:spcBef>
                <a:spcPts val="500"/>
              </a:spcBef>
              <a:spcAft>
                <a:spcPts val="0"/>
              </a:spcAft>
              <a:buClr>
                <a:schemeClr val="dk2"/>
              </a:buClr>
              <a:buSzPts val="1800"/>
              <a:buChar char="■"/>
              <a:defRPr/>
            </a:lvl7pPr>
            <a:lvl8pPr indent="-342900" lvl="7" marL="3657600" algn="l">
              <a:lnSpc>
                <a:spcPct val="94000"/>
              </a:lnSpc>
              <a:spcBef>
                <a:spcPts val="500"/>
              </a:spcBef>
              <a:spcAft>
                <a:spcPts val="0"/>
              </a:spcAft>
              <a:buClr>
                <a:schemeClr val="dk2"/>
              </a:buClr>
              <a:buSzPts val="1800"/>
              <a:buChar char="–"/>
              <a:defRPr/>
            </a:lvl8pPr>
            <a:lvl9pPr indent="-342900" lvl="8" marL="4114800" algn="l">
              <a:lnSpc>
                <a:spcPct val="94000"/>
              </a:lnSpc>
              <a:spcBef>
                <a:spcPts val="500"/>
              </a:spcBef>
              <a:spcAft>
                <a:spcPts val="200"/>
              </a:spcAft>
              <a:buClr>
                <a:schemeClr val="dk2"/>
              </a:buClr>
              <a:buSzPts val="1800"/>
              <a:buChar char="■"/>
              <a:defRPr/>
            </a:lvl9pPr>
          </a:lstStyle>
          <a:p/>
        </p:txBody>
      </p:sp>
      <p:sp>
        <p:nvSpPr>
          <p:cNvPr id="49" name="Google Shape;49;p29"/>
          <p:cNvSpPr txBox="1"/>
          <p:nvPr>
            <p:ph idx="3" type="body"/>
          </p:nvPr>
        </p:nvSpPr>
        <p:spPr>
          <a:xfrm>
            <a:off x="6525014" y="2340864"/>
            <a:ext cx="4443984" cy="823912"/>
          </a:xfrm>
          <a:prstGeom prst="rect">
            <a:avLst/>
          </a:prstGeom>
          <a:noFill/>
          <a:ln>
            <a:noFill/>
          </a:ln>
        </p:spPr>
        <p:txBody>
          <a:bodyPr anchorCtr="0" anchor="b" bIns="45700" lIns="91425" spcFirstLastPara="1" rIns="91425" wrap="square" tIns="45700">
            <a:noAutofit/>
          </a:bodyPr>
          <a:lstStyle>
            <a:lvl1pPr indent="-228600" lvl="0" marL="457200" algn="l">
              <a:lnSpc>
                <a:spcPct val="84000"/>
              </a:lnSpc>
              <a:spcBef>
                <a:spcPts val="0"/>
              </a:spcBef>
              <a:spcAft>
                <a:spcPts val="0"/>
              </a:spcAft>
              <a:buClr>
                <a:schemeClr val="dk2"/>
              </a:buClr>
              <a:buSzPts val="3000"/>
              <a:buNone/>
              <a:defRPr b="0" sz="3000">
                <a:solidFill>
                  <a:schemeClr val="dk2"/>
                </a:solidFill>
              </a:defRPr>
            </a:lvl1pPr>
            <a:lvl2pPr indent="-228600" lvl="1" marL="914400" algn="l">
              <a:lnSpc>
                <a:spcPct val="94000"/>
              </a:lnSpc>
              <a:spcBef>
                <a:spcPts val="500"/>
              </a:spcBef>
              <a:spcAft>
                <a:spcPts val="0"/>
              </a:spcAft>
              <a:buClr>
                <a:schemeClr val="dk2"/>
              </a:buClr>
              <a:buSzPts val="2000"/>
              <a:buNone/>
              <a:defRPr b="1" sz="2000"/>
            </a:lvl2pPr>
            <a:lvl3pPr indent="-228600" lvl="2" marL="1371600" algn="l">
              <a:lnSpc>
                <a:spcPct val="94000"/>
              </a:lnSpc>
              <a:spcBef>
                <a:spcPts val="500"/>
              </a:spcBef>
              <a:spcAft>
                <a:spcPts val="0"/>
              </a:spcAft>
              <a:buClr>
                <a:schemeClr val="dk2"/>
              </a:buClr>
              <a:buSzPts val="1800"/>
              <a:buNone/>
              <a:defRPr b="1" sz="1800"/>
            </a:lvl3pPr>
            <a:lvl4pPr indent="-228600" lvl="3" marL="1828800" algn="l">
              <a:lnSpc>
                <a:spcPct val="94000"/>
              </a:lnSpc>
              <a:spcBef>
                <a:spcPts val="500"/>
              </a:spcBef>
              <a:spcAft>
                <a:spcPts val="0"/>
              </a:spcAft>
              <a:buClr>
                <a:schemeClr val="dk2"/>
              </a:buClr>
              <a:buSzPts val="1600"/>
              <a:buNone/>
              <a:defRPr b="1" sz="1600"/>
            </a:lvl4pPr>
            <a:lvl5pPr indent="-228600" lvl="4" marL="2286000" algn="l">
              <a:lnSpc>
                <a:spcPct val="94000"/>
              </a:lnSpc>
              <a:spcBef>
                <a:spcPts val="500"/>
              </a:spcBef>
              <a:spcAft>
                <a:spcPts val="0"/>
              </a:spcAft>
              <a:buClr>
                <a:schemeClr val="dk2"/>
              </a:buClr>
              <a:buSzPts val="1600"/>
              <a:buNone/>
              <a:defRPr b="1" sz="1600"/>
            </a:lvl5pPr>
            <a:lvl6pPr indent="-228600" lvl="5" marL="2743200" algn="l">
              <a:lnSpc>
                <a:spcPct val="94000"/>
              </a:lnSpc>
              <a:spcBef>
                <a:spcPts val="500"/>
              </a:spcBef>
              <a:spcAft>
                <a:spcPts val="0"/>
              </a:spcAft>
              <a:buClr>
                <a:schemeClr val="dk2"/>
              </a:buClr>
              <a:buSzPts val="1600"/>
              <a:buNone/>
              <a:defRPr b="1" sz="1600"/>
            </a:lvl6pPr>
            <a:lvl7pPr indent="-228600" lvl="6" marL="3200400" algn="l">
              <a:lnSpc>
                <a:spcPct val="94000"/>
              </a:lnSpc>
              <a:spcBef>
                <a:spcPts val="500"/>
              </a:spcBef>
              <a:spcAft>
                <a:spcPts val="0"/>
              </a:spcAft>
              <a:buClr>
                <a:schemeClr val="dk2"/>
              </a:buClr>
              <a:buSzPts val="1600"/>
              <a:buNone/>
              <a:defRPr b="1" sz="1600"/>
            </a:lvl7pPr>
            <a:lvl8pPr indent="-228600" lvl="7" marL="3657600" algn="l">
              <a:lnSpc>
                <a:spcPct val="94000"/>
              </a:lnSpc>
              <a:spcBef>
                <a:spcPts val="500"/>
              </a:spcBef>
              <a:spcAft>
                <a:spcPts val="0"/>
              </a:spcAft>
              <a:buClr>
                <a:schemeClr val="dk2"/>
              </a:buClr>
              <a:buSzPts val="1600"/>
              <a:buNone/>
              <a:defRPr b="1" sz="1600"/>
            </a:lvl8pPr>
            <a:lvl9pPr indent="-228600" lvl="8" marL="4114800" algn="l">
              <a:lnSpc>
                <a:spcPct val="94000"/>
              </a:lnSpc>
              <a:spcBef>
                <a:spcPts val="500"/>
              </a:spcBef>
              <a:spcAft>
                <a:spcPts val="200"/>
              </a:spcAft>
              <a:buClr>
                <a:schemeClr val="dk2"/>
              </a:buClr>
              <a:buSzPts val="1600"/>
              <a:buNone/>
              <a:defRPr b="1" sz="1600"/>
            </a:lvl9pPr>
          </a:lstStyle>
          <a:p/>
        </p:txBody>
      </p:sp>
      <p:sp>
        <p:nvSpPr>
          <p:cNvPr id="50" name="Google Shape;50;p29"/>
          <p:cNvSpPr txBox="1"/>
          <p:nvPr>
            <p:ph idx="4" type="body"/>
          </p:nvPr>
        </p:nvSpPr>
        <p:spPr>
          <a:xfrm>
            <a:off x="6525014" y="3305207"/>
            <a:ext cx="4443984" cy="2562193"/>
          </a:xfrm>
          <a:prstGeom prst="rect">
            <a:avLst/>
          </a:prstGeom>
          <a:noFill/>
          <a:ln>
            <a:noFill/>
          </a:ln>
        </p:spPr>
        <p:txBody>
          <a:bodyPr anchorCtr="0" anchor="t" bIns="45700" lIns="91425" spcFirstLastPara="1" rIns="91425" wrap="square" tIns="45700">
            <a:normAutofit/>
          </a:bodyPr>
          <a:lstStyle>
            <a:lvl1pPr indent="-355600" lvl="0" marL="457200" algn="l">
              <a:lnSpc>
                <a:spcPct val="94000"/>
              </a:lnSpc>
              <a:spcBef>
                <a:spcPts val="1000"/>
              </a:spcBef>
              <a:spcAft>
                <a:spcPts val="0"/>
              </a:spcAft>
              <a:buClr>
                <a:schemeClr val="dk2"/>
              </a:buClr>
              <a:buSzPts val="2000"/>
              <a:buChar char="■"/>
              <a:defRPr>
                <a:solidFill>
                  <a:schemeClr val="dk2"/>
                </a:solidFill>
              </a:defRPr>
            </a:lvl1pPr>
            <a:lvl2pPr indent="-355600" lvl="1" marL="914400" algn="l">
              <a:lnSpc>
                <a:spcPct val="94000"/>
              </a:lnSpc>
              <a:spcBef>
                <a:spcPts val="500"/>
              </a:spcBef>
              <a:spcAft>
                <a:spcPts val="0"/>
              </a:spcAft>
              <a:buClr>
                <a:schemeClr val="dk2"/>
              </a:buClr>
              <a:buSzPts val="2000"/>
              <a:buChar char="–"/>
              <a:defRPr>
                <a:solidFill>
                  <a:schemeClr val="dk2"/>
                </a:solidFill>
              </a:defRPr>
            </a:lvl2pPr>
            <a:lvl3pPr indent="-342900" lvl="2" marL="1371600" algn="l">
              <a:lnSpc>
                <a:spcPct val="94000"/>
              </a:lnSpc>
              <a:spcBef>
                <a:spcPts val="500"/>
              </a:spcBef>
              <a:spcAft>
                <a:spcPts val="0"/>
              </a:spcAft>
              <a:buClr>
                <a:schemeClr val="dk2"/>
              </a:buClr>
              <a:buSzPts val="1800"/>
              <a:buChar char="■"/>
              <a:defRPr>
                <a:solidFill>
                  <a:schemeClr val="dk2"/>
                </a:solidFill>
              </a:defRPr>
            </a:lvl3pPr>
            <a:lvl4pPr indent="-342900" lvl="3" marL="1828800" algn="l">
              <a:lnSpc>
                <a:spcPct val="94000"/>
              </a:lnSpc>
              <a:spcBef>
                <a:spcPts val="500"/>
              </a:spcBef>
              <a:spcAft>
                <a:spcPts val="0"/>
              </a:spcAft>
              <a:buClr>
                <a:schemeClr val="dk2"/>
              </a:buClr>
              <a:buSzPts val="1800"/>
              <a:buChar char="–"/>
              <a:defRPr>
                <a:solidFill>
                  <a:schemeClr val="dk2"/>
                </a:solidFill>
              </a:defRPr>
            </a:lvl4pPr>
            <a:lvl5pPr indent="-330200" lvl="4" marL="2286000" algn="l">
              <a:lnSpc>
                <a:spcPct val="94000"/>
              </a:lnSpc>
              <a:spcBef>
                <a:spcPts val="500"/>
              </a:spcBef>
              <a:spcAft>
                <a:spcPts val="0"/>
              </a:spcAft>
              <a:buClr>
                <a:schemeClr val="dk2"/>
              </a:buClr>
              <a:buSzPts val="1600"/>
              <a:buChar char="■"/>
              <a:defRPr>
                <a:solidFill>
                  <a:schemeClr val="dk2"/>
                </a:solidFill>
              </a:defRPr>
            </a:lvl5pPr>
            <a:lvl6pPr indent="-342900" lvl="5" marL="2743200" algn="l">
              <a:lnSpc>
                <a:spcPct val="94000"/>
              </a:lnSpc>
              <a:spcBef>
                <a:spcPts val="500"/>
              </a:spcBef>
              <a:spcAft>
                <a:spcPts val="0"/>
              </a:spcAft>
              <a:buClr>
                <a:schemeClr val="dk2"/>
              </a:buClr>
              <a:buSzPts val="1800"/>
              <a:buChar char="–"/>
              <a:defRPr/>
            </a:lvl6pPr>
            <a:lvl7pPr indent="-342900" lvl="6" marL="3200400" algn="l">
              <a:lnSpc>
                <a:spcPct val="94000"/>
              </a:lnSpc>
              <a:spcBef>
                <a:spcPts val="500"/>
              </a:spcBef>
              <a:spcAft>
                <a:spcPts val="0"/>
              </a:spcAft>
              <a:buClr>
                <a:schemeClr val="dk2"/>
              </a:buClr>
              <a:buSzPts val="1800"/>
              <a:buChar char="■"/>
              <a:defRPr/>
            </a:lvl7pPr>
            <a:lvl8pPr indent="-342900" lvl="7" marL="3657600" algn="l">
              <a:lnSpc>
                <a:spcPct val="94000"/>
              </a:lnSpc>
              <a:spcBef>
                <a:spcPts val="500"/>
              </a:spcBef>
              <a:spcAft>
                <a:spcPts val="0"/>
              </a:spcAft>
              <a:buClr>
                <a:schemeClr val="dk2"/>
              </a:buClr>
              <a:buSzPts val="1800"/>
              <a:buChar char="–"/>
              <a:defRPr/>
            </a:lvl8pPr>
            <a:lvl9pPr indent="-342900" lvl="8" marL="4114800" algn="l">
              <a:lnSpc>
                <a:spcPct val="94000"/>
              </a:lnSpc>
              <a:spcBef>
                <a:spcPts val="500"/>
              </a:spcBef>
              <a:spcAft>
                <a:spcPts val="200"/>
              </a:spcAft>
              <a:buClr>
                <a:schemeClr val="dk2"/>
              </a:buClr>
              <a:buSzPts val="1800"/>
              <a:buChar char="■"/>
              <a:defRPr/>
            </a:lvl9pPr>
          </a:lstStyle>
          <a:p/>
        </p:txBody>
      </p:sp>
      <p:sp>
        <p:nvSpPr>
          <p:cNvPr id="51" name="Google Shape;51;p29"/>
          <p:cNvSpPr txBox="1"/>
          <p:nvPr>
            <p:ph idx="10" type="dt"/>
          </p:nvPr>
        </p:nvSpPr>
        <p:spPr>
          <a:xfrm>
            <a:off x="1390650" y="6453386"/>
            <a:ext cx="1204572"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9"/>
          <p:cNvSpPr txBox="1"/>
          <p:nvPr>
            <p:ph idx="11" type="ftr"/>
          </p:nvPr>
        </p:nvSpPr>
        <p:spPr>
          <a:xfrm>
            <a:off x="2893564" y="6453386"/>
            <a:ext cx="6280830"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9"/>
          <p:cNvSpPr txBox="1"/>
          <p:nvPr>
            <p:ph idx="12" type="sldNum"/>
          </p:nvPr>
        </p:nvSpPr>
        <p:spPr>
          <a:xfrm>
            <a:off x="9472736" y="6453386"/>
            <a:ext cx="1596292" cy="40461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4" name="Shape 54"/>
        <p:cNvGrpSpPr/>
        <p:nvPr/>
      </p:nvGrpSpPr>
      <p:grpSpPr>
        <a:xfrm>
          <a:off x="0" y="0"/>
          <a:ext cx="0" cy="0"/>
          <a:chOff x="0" y="0"/>
          <a:chExt cx="0" cy="0"/>
        </a:xfrm>
      </p:grpSpPr>
      <p:sp>
        <p:nvSpPr>
          <p:cNvPr id="55" name="Google Shape;55;p30"/>
          <p:cNvSpPr txBox="1"/>
          <p:nvPr>
            <p:ph type="title"/>
          </p:nvPr>
        </p:nvSpPr>
        <p:spPr>
          <a:xfrm>
            <a:off x="1371600" y="685800"/>
            <a:ext cx="9601200" cy="1485900"/>
          </a:xfrm>
          <a:prstGeom prst="rect">
            <a:avLst/>
          </a:prstGeom>
          <a:noFill/>
          <a:ln>
            <a:noFill/>
          </a:ln>
        </p:spPr>
        <p:txBody>
          <a:bodyPr anchorCtr="0" anchor="t" bIns="45700" lIns="91425" spcFirstLastPara="1" rIns="91425" wrap="square" tIns="45700">
            <a:normAutofit/>
          </a:bodyPr>
          <a:lstStyle>
            <a:lvl1pPr lvl="0" algn="l">
              <a:lnSpc>
                <a:spcPct val="89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30"/>
          <p:cNvSpPr txBox="1"/>
          <p:nvPr>
            <p:ph idx="10" type="dt"/>
          </p:nvPr>
        </p:nvSpPr>
        <p:spPr>
          <a:xfrm>
            <a:off x="1390650" y="6453386"/>
            <a:ext cx="1204572"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30"/>
          <p:cNvSpPr txBox="1"/>
          <p:nvPr>
            <p:ph idx="11" type="ftr"/>
          </p:nvPr>
        </p:nvSpPr>
        <p:spPr>
          <a:xfrm>
            <a:off x="2893564" y="6453386"/>
            <a:ext cx="6280830"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30"/>
          <p:cNvSpPr txBox="1"/>
          <p:nvPr>
            <p:ph idx="12" type="sldNum"/>
          </p:nvPr>
        </p:nvSpPr>
        <p:spPr>
          <a:xfrm>
            <a:off x="9472736" y="6453386"/>
            <a:ext cx="1596292" cy="40461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59" name="Shape 59"/>
        <p:cNvGrpSpPr/>
        <p:nvPr/>
      </p:nvGrpSpPr>
      <p:grpSpPr>
        <a:xfrm>
          <a:off x="0" y="0"/>
          <a:ext cx="0" cy="0"/>
          <a:chOff x="0" y="0"/>
          <a:chExt cx="0" cy="0"/>
        </a:xfrm>
      </p:grpSpPr>
      <p:sp>
        <p:nvSpPr>
          <p:cNvPr id="60" name="Google Shape;60;p31" title="Background Shape"/>
          <p:cNvSpPr/>
          <p:nvPr/>
        </p:nvSpPr>
        <p:spPr>
          <a:xfrm>
            <a:off x="0" y="376"/>
            <a:ext cx="5303520" cy="6857624"/>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1"/>
          <p:cNvSpPr txBox="1"/>
          <p:nvPr>
            <p:ph type="title"/>
          </p:nvPr>
        </p:nvSpPr>
        <p:spPr>
          <a:xfrm>
            <a:off x="723900" y="685800"/>
            <a:ext cx="3855720" cy="2157884"/>
          </a:xfrm>
          <a:prstGeom prst="rect">
            <a:avLst/>
          </a:prstGeom>
          <a:noFill/>
          <a:ln>
            <a:noFill/>
          </a:ln>
        </p:spPr>
        <p:txBody>
          <a:bodyPr anchorCtr="0" anchor="t" bIns="45700" lIns="91425" spcFirstLastPara="1" rIns="91425" wrap="square" tIns="45700">
            <a:noAutofit/>
          </a:bodyPr>
          <a:lstStyle>
            <a:lvl1pPr lvl="0" algn="l">
              <a:lnSpc>
                <a:spcPct val="84000"/>
              </a:lnSpc>
              <a:spcBef>
                <a:spcPts val="0"/>
              </a:spcBef>
              <a:spcAft>
                <a:spcPts val="0"/>
              </a:spcAft>
              <a:buClr>
                <a:schemeClr val="dk2"/>
              </a:buClr>
              <a:buSzPts val="4800"/>
              <a:buFont typeface="Libre Franklin"/>
              <a:buNone/>
              <a:defRPr sz="48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31"/>
          <p:cNvSpPr txBox="1"/>
          <p:nvPr>
            <p:ph idx="1" type="body"/>
          </p:nvPr>
        </p:nvSpPr>
        <p:spPr>
          <a:xfrm>
            <a:off x="6256020" y="685801"/>
            <a:ext cx="5212080" cy="5175250"/>
          </a:xfrm>
          <a:prstGeom prst="rect">
            <a:avLst/>
          </a:prstGeom>
          <a:noFill/>
          <a:ln>
            <a:noFill/>
          </a:ln>
        </p:spPr>
        <p:txBody>
          <a:bodyPr anchorCtr="0" anchor="t" bIns="45700" lIns="91425" spcFirstLastPara="1" rIns="91425" wrap="square" tIns="45700">
            <a:normAutofit/>
          </a:bodyPr>
          <a:lstStyle>
            <a:lvl1pPr indent="-355600" lvl="0" marL="457200" algn="l">
              <a:lnSpc>
                <a:spcPct val="94000"/>
              </a:lnSpc>
              <a:spcBef>
                <a:spcPts val="1000"/>
              </a:spcBef>
              <a:spcAft>
                <a:spcPts val="0"/>
              </a:spcAft>
              <a:buClr>
                <a:schemeClr val="dk2"/>
              </a:buClr>
              <a:buSzPts val="2000"/>
              <a:buChar char="■"/>
              <a:defRPr sz="2000"/>
            </a:lvl1pPr>
            <a:lvl2pPr indent="-355600" lvl="1" marL="914400" algn="l">
              <a:lnSpc>
                <a:spcPct val="94000"/>
              </a:lnSpc>
              <a:spcBef>
                <a:spcPts val="500"/>
              </a:spcBef>
              <a:spcAft>
                <a:spcPts val="0"/>
              </a:spcAft>
              <a:buClr>
                <a:schemeClr val="dk2"/>
              </a:buClr>
              <a:buSzPts val="2000"/>
              <a:buChar char="–"/>
              <a:defRPr sz="2000"/>
            </a:lvl2pPr>
            <a:lvl3pPr indent="-342900" lvl="2" marL="1371600" algn="l">
              <a:lnSpc>
                <a:spcPct val="94000"/>
              </a:lnSpc>
              <a:spcBef>
                <a:spcPts val="500"/>
              </a:spcBef>
              <a:spcAft>
                <a:spcPts val="0"/>
              </a:spcAft>
              <a:buClr>
                <a:schemeClr val="dk2"/>
              </a:buClr>
              <a:buSzPts val="1800"/>
              <a:buChar char="■"/>
              <a:defRPr sz="1800"/>
            </a:lvl3pPr>
            <a:lvl4pPr indent="-342900" lvl="3" marL="1828800" algn="l">
              <a:lnSpc>
                <a:spcPct val="94000"/>
              </a:lnSpc>
              <a:spcBef>
                <a:spcPts val="500"/>
              </a:spcBef>
              <a:spcAft>
                <a:spcPts val="0"/>
              </a:spcAft>
              <a:buClr>
                <a:schemeClr val="dk2"/>
              </a:buClr>
              <a:buSzPts val="1800"/>
              <a:buChar char="–"/>
              <a:defRPr sz="1800"/>
            </a:lvl4pPr>
            <a:lvl5pPr indent="-330200" lvl="4" marL="2286000" algn="l">
              <a:lnSpc>
                <a:spcPct val="94000"/>
              </a:lnSpc>
              <a:spcBef>
                <a:spcPts val="500"/>
              </a:spcBef>
              <a:spcAft>
                <a:spcPts val="0"/>
              </a:spcAft>
              <a:buClr>
                <a:schemeClr val="dk2"/>
              </a:buClr>
              <a:buSzPts val="1600"/>
              <a:buChar char="■"/>
              <a:defRPr sz="1600"/>
            </a:lvl5pPr>
            <a:lvl6pPr indent="-330200" lvl="5" marL="2743200" algn="l">
              <a:lnSpc>
                <a:spcPct val="94000"/>
              </a:lnSpc>
              <a:spcBef>
                <a:spcPts val="500"/>
              </a:spcBef>
              <a:spcAft>
                <a:spcPts val="0"/>
              </a:spcAft>
              <a:buClr>
                <a:schemeClr val="dk2"/>
              </a:buClr>
              <a:buSzPts val="1600"/>
              <a:buChar char="–"/>
              <a:defRPr sz="1600"/>
            </a:lvl6pPr>
            <a:lvl7pPr indent="-330200" lvl="6" marL="3200400" algn="l">
              <a:lnSpc>
                <a:spcPct val="94000"/>
              </a:lnSpc>
              <a:spcBef>
                <a:spcPts val="500"/>
              </a:spcBef>
              <a:spcAft>
                <a:spcPts val="0"/>
              </a:spcAft>
              <a:buClr>
                <a:schemeClr val="dk2"/>
              </a:buClr>
              <a:buSzPts val="1600"/>
              <a:buChar char="■"/>
              <a:defRPr sz="1600"/>
            </a:lvl7pPr>
            <a:lvl8pPr indent="-330200" lvl="7" marL="3657600" algn="l">
              <a:lnSpc>
                <a:spcPct val="94000"/>
              </a:lnSpc>
              <a:spcBef>
                <a:spcPts val="500"/>
              </a:spcBef>
              <a:spcAft>
                <a:spcPts val="0"/>
              </a:spcAft>
              <a:buClr>
                <a:schemeClr val="dk2"/>
              </a:buClr>
              <a:buSzPts val="1600"/>
              <a:buChar char="–"/>
              <a:defRPr sz="1600"/>
            </a:lvl8pPr>
            <a:lvl9pPr indent="-330200" lvl="8" marL="4114800" algn="l">
              <a:lnSpc>
                <a:spcPct val="94000"/>
              </a:lnSpc>
              <a:spcBef>
                <a:spcPts val="500"/>
              </a:spcBef>
              <a:spcAft>
                <a:spcPts val="200"/>
              </a:spcAft>
              <a:buClr>
                <a:schemeClr val="dk2"/>
              </a:buClr>
              <a:buSzPts val="1600"/>
              <a:buChar char="■"/>
              <a:defRPr sz="1600"/>
            </a:lvl9pPr>
          </a:lstStyle>
          <a:p/>
        </p:txBody>
      </p:sp>
      <p:sp>
        <p:nvSpPr>
          <p:cNvPr id="63" name="Google Shape;63;p31"/>
          <p:cNvSpPr txBox="1"/>
          <p:nvPr>
            <p:ph idx="2" type="body"/>
          </p:nvPr>
        </p:nvSpPr>
        <p:spPr>
          <a:xfrm>
            <a:off x="723900" y="2856344"/>
            <a:ext cx="3855720" cy="3011056"/>
          </a:xfrm>
          <a:prstGeom prst="rect">
            <a:avLst/>
          </a:prstGeom>
          <a:noFill/>
          <a:ln>
            <a:noFill/>
          </a:ln>
        </p:spPr>
        <p:txBody>
          <a:bodyPr anchorCtr="0" anchor="t" bIns="45700" lIns="91425" spcFirstLastPara="1" rIns="91425" wrap="square" tIns="45700">
            <a:normAutofit/>
          </a:bodyPr>
          <a:lstStyle>
            <a:lvl1pPr indent="-228600" lvl="0" marL="457200" algn="l">
              <a:lnSpc>
                <a:spcPct val="113000"/>
              </a:lnSpc>
              <a:spcBef>
                <a:spcPts val="0"/>
              </a:spcBef>
              <a:spcAft>
                <a:spcPts val="0"/>
              </a:spcAft>
              <a:buClr>
                <a:schemeClr val="dk2"/>
              </a:buClr>
              <a:buSzPts val="1600"/>
              <a:buNone/>
              <a:defRPr sz="1600"/>
            </a:lvl1pPr>
            <a:lvl2pPr indent="-228600" lvl="1" marL="914400" algn="l">
              <a:lnSpc>
                <a:spcPct val="94000"/>
              </a:lnSpc>
              <a:spcBef>
                <a:spcPts val="1500"/>
              </a:spcBef>
              <a:spcAft>
                <a:spcPts val="0"/>
              </a:spcAft>
              <a:buClr>
                <a:schemeClr val="dk2"/>
              </a:buClr>
              <a:buSzPts val="1400"/>
              <a:buNone/>
              <a:defRPr sz="1400"/>
            </a:lvl2pPr>
            <a:lvl3pPr indent="-228600" lvl="2" marL="1371600" algn="l">
              <a:lnSpc>
                <a:spcPct val="94000"/>
              </a:lnSpc>
              <a:spcBef>
                <a:spcPts val="500"/>
              </a:spcBef>
              <a:spcAft>
                <a:spcPts val="0"/>
              </a:spcAft>
              <a:buClr>
                <a:schemeClr val="dk2"/>
              </a:buClr>
              <a:buSzPts val="1200"/>
              <a:buNone/>
              <a:defRPr sz="1200"/>
            </a:lvl3pPr>
            <a:lvl4pPr indent="-228600" lvl="3" marL="1828800" algn="l">
              <a:lnSpc>
                <a:spcPct val="94000"/>
              </a:lnSpc>
              <a:spcBef>
                <a:spcPts val="500"/>
              </a:spcBef>
              <a:spcAft>
                <a:spcPts val="0"/>
              </a:spcAft>
              <a:buClr>
                <a:schemeClr val="dk2"/>
              </a:buClr>
              <a:buSzPts val="1000"/>
              <a:buNone/>
              <a:defRPr sz="1000"/>
            </a:lvl4pPr>
            <a:lvl5pPr indent="-228600" lvl="4" marL="2286000" algn="l">
              <a:lnSpc>
                <a:spcPct val="94000"/>
              </a:lnSpc>
              <a:spcBef>
                <a:spcPts val="500"/>
              </a:spcBef>
              <a:spcAft>
                <a:spcPts val="0"/>
              </a:spcAft>
              <a:buClr>
                <a:schemeClr val="dk2"/>
              </a:buClr>
              <a:buSzPts val="1000"/>
              <a:buNone/>
              <a:defRPr sz="1000"/>
            </a:lvl5pPr>
            <a:lvl6pPr indent="-228600" lvl="5" marL="2743200" algn="l">
              <a:lnSpc>
                <a:spcPct val="94000"/>
              </a:lnSpc>
              <a:spcBef>
                <a:spcPts val="500"/>
              </a:spcBef>
              <a:spcAft>
                <a:spcPts val="0"/>
              </a:spcAft>
              <a:buClr>
                <a:schemeClr val="dk2"/>
              </a:buClr>
              <a:buSzPts val="1000"/>
              <a:buNone/>
              <a:defRPr sz="1000"/>
            </a:lvl6pPr>
            <a:lvl7pPr indent="-228600" lvl="6" marL="3200400" algn="l">
              <a:lnSpc>
                <a:spcPct val="94000"/>
              </a:lnSpc>
              <a:spcBef>
                <a:spcPts val="500"/>
              </a:spcBef>
              <a:spcAft>
                <a:spcPts val="0"/>
              </a:spcAft>
              <a:buClr>
                <a:schemeClr val="dk2"/>
              </a:buClr>
              <a:buSzPts val="1000"/>
              <a:buNone/>
              <a:defRPr sz="1000"/>
            </a:lvl7pPr>
            <a:lvl8pPr indent="-228600" lvl="7" marL="3657600" algn="l">
              <a:lnSpc>
                <a:spcPct val="94000"/>
              </a:lnSpc>
              <a:spcBef>
                <a:spcPts val="500"/>
              </a:spcBef>
              <a:spcAft>
                <a:spcPts val="0"/>
              </a:spcAft>
              <a:buClr>
                <a:schemeClr val="dk2"/>
              </a:buClr>
              <a:buSzPts val="1000"/>
              <a:buNone/>
              <a:defRPr sz="1000"/>
            </a:lvl8pPr>
            <a:lvl9pPr indent="-228600" lvl="8" marL="4114800" algn="l">
              <a:lnSpc>
                <a:spcPct val="94000"/>
              </a:lnSpc>
              <a:spcBef>
                <a:spcPts val="500"/>
              </a:spcBef>
              <a:spcAft>
                <a:spcPts val="200"/>
              </a:spcAft>
              <a:buClr>
                <a:schemeClr val="dk2"/>
              </a:buClr>
              <a:buSzPts val="1000"/>
              <a:buNone/>
              <a:defRPr sz="1000"/>
            </a:lvl9pPr>
          </a:lstStyle>
          <a:p/>
        </p:txBody>
      </p:sp>
      <p:sp>
        <p:nvSpPr>
          <p:cNvPr id="64" name="Google Shape;64;p31"/>
          <p:cNvSpPr txBox="1"/>
          <p:nvPr>
            <p:ph idx="10" type="dt"/>
          </p:nvPr>
        </p:nvSpPr>
        <p:spPr>
          <a:xfrm>
            <a:off x="723900" y="6453386"/>
            <a:ext cx="1204572"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31"/>
          <p:cNvSpPr txBox="1"/>
          <p:nvPr>
            <p:ph idx="11" type="ftr"/>
          </p:nvPr>
        </p:nvSpPr>
        <p:spPr>
          <a:xfrm>
            <a:off x="2205945" y="6453386"/>
            <a:ext cx="2373675"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1"/>
          <p:cNvSpPr txBox="1"/>
          <p:nvPr>
            <p:ph idx="12" type="sldNum"/>
          </p:nvPr>
        </p:nvSpPr>
        <p:spPr>
          <a:xfrm>
            <a:off x="9883140" y="6453386"/>
            <a:ext cx="1596292" cy="40461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chemeClr val="dk2"/>
                </a:solidFill>
                <a:latin typeface="Libre Franklin"/>
                <a:ea typeface="Libre Franklin"/>
                <a:cs typeface="Libre Franklin"/>
                <a:sym typeface="Libre Franklin"/>
              </a:defRPr>
            </a:lvl1pPr>
            <a:lvl2pPr indent="0" lvl="1" marL="0" algn="r">
              <a:spcBef>
                <a:spcPts val="0"/>
              </a:spcBef>
              <a:buNone/>
              <a:defRPr sz="1200">
                <a:solidFill>
                  <a:schemeClr val="dk2"/>
                </a:solidFill>
                <a:latin typeface="Libre Franklin"/>
                <a:ea typeface="Libre Franklin"/>
                <a:cs typeface="Libre Franklin"/>
                <a:sym typeface="Libre Franklin"/>
              </a:defRPr>
            </a:lvl2pPr>
            <a:lvl3pPr indent="0" lvl="2" marL="0" algn="r">
              <a:spcBef>
                <a:spcPts val="0"/>
              </a:spcBef>
              <a:buNone/>
              <a:defRPr sz="1200">
                <a:solidFill>
                  <a:schemeClr val="dk2"/>
                </a:solidFill>
                <a:latin typeface="Libre Franklin"/>
                <a:ea typeface="Libre Franklin"/>
                <a:cs typeface="Libre Franklin"/>
                <a:sym typeface="Libre Franklin"/>
              </a:defRPr>
            </a:lvl3pPr>
            <a:lvl4pPr indent="0" lvl="3" marL="0" algn="r">
              <a:spcBef>
                <a:spcPts val="0"/>
              </a:spcBef>
              <a:buNone/>
              <a:defRPr sz="1200">
                <a:solidFill>
                  <a:schemeClr val="dk2"/>
                </a:solidFill>
                <a:latin typeface="Libre Franklin"/>
                <a:ea typeface="Libre Franklin"/>
                <a:cs typeface="Libre Franklin"/>
                <a:sym typeface="Libre Franklin"/>
              </a:defRPr>
            </a:lvl4pPr>
            <a:lvl5pPr indent="0" lvl="4" marL="0" algn="r">
              <a:spcBef>
                <a:spcPts val="0"/>
              </a:spcBef>
              <a:buNone/>
              <a:defRPr sz="1200">
                <a:solidFill>
                  <a:schemeClr val="dk2"/>
                </a:solidFill>
                <a:latin typeface="Libre Franklin"/>
                <a:ea typeface="Libre Franklin"/>
                <a:cs typeface="Libre Franklin"/>
                <a:sym typeface="Libre Franklin"/>
              </a:defRPr>
            </a:lvl5pPr>
            <a:lvl6pPr indent="0" lvl="5" marL="0" algn="r">
              <a:spcBef>
                <a:spcPts val="0"/>
              </a:spcBef>
              <a:buNone/>
              <a:defRPr sz="1200">
                <a:solidFill>
                  <a:schemeClr val="dk2"/>
                </a:solidFill>
                <a:latin typeface="Libre Franklin"/>
                <a:ea typeface="Libre Franklin"/>
                <a:cs typeface="Libre Franklin"/>
                <a:sym typeface="Libre Franklin"/>
              </a:defRPr>
            </a:lvl6pPr>
            <a:lvl7pPr indent="0" lvl="6" marL="0" algn="r">
              <a:spcBef>
                <a:spcPts val="0"/>
              </a:spcBef>
              <a:buNone/>
              <a:defRPr sz="1200">
                <a:solidFill>
                  <a:schemeClr val="dk2"/>
                </a:solidFill>
                <a:latin typeface="Libre Franklin"/>
                <a:ea typeface="Libre Franklin"/>
                <a:cs typeface="Libre Franklin"/>
                <a:sym typeface="Libre Franklin"/>
              </a:defRPr>
            </a:lvl7pPr>
            <a:lvl8pPr indent="0" lvl="7" marL="0" algn="r">
              <a:spcBef>
                <a:spcPts val="0"/>
              </a:spcBef>
              <a:buNone/>
              <a:defRPr sz="1200">
                <a:solidFill>
                  <a:schemeClr val="dk2"/>
                </a:solidFill>
                <a:latin typeface="Libre Franklin"/>
                <a:ea typeface="Libre Franklin"/>
                <a:cs typeface="Libre Franklin"/>
                <a:sym typeface="Libre Franklin"/>
              </a:defRPr>
            </a:lvl8pPr>
            <a:lvl9pPr indent="0" lvl="8" marL="0" algn="r">
              <a:spcBef>
                <a:spcPts val="0"/>
              </a:spcBef>
              <a:buNone/>
              <a:defRPr sz="1200">
                <a:solidFill>
                  <a:schemeClr val="dk2"/>
                </a:solidFill>
                <a:latin typeface="Libre Franklin"/>
                <a:ea typeface="Libre Franklin"/>
                <a:cs typeface="Libre Franklin"/>
                <a:sym typeface="Libre Franklin"/>
              </a:defRPr>
            </a:lvl9pPr>
          </a:lstStyle>
          <a:p>
            <a:pPr indent="0" lvl="0" marL="0" rtl="0" algn="r">
              <a:spcBef>
                <a:spcPts val="0"/>
              </a:spcBef>
              <a:spcAft>
                <a:spcPts val="0"/>
              </a:spcAft>
              <a:buNone/>
            </a:pPr>
            <a:fld id="{00000000-1234-1234-1234-123412341234}" type="slidenum">
              <a:rPr lang="en-IN"/>
              <a:t>‹#›</a:t>
            </a:fld>
            <a:endParaRPr/>
          </a:p>
        </p:txBody>
      </p:sp>
      <p:sp>
        <p:nvSpPr>
          <p:cNvPr id="67" name="Google Shape;67;p31" title="Divider Bar"/>
          <p:cNvSpPr/>
          <p:nvPr/>
        </p:nvSpPr>
        <p:spPr>
          <a:xfrm>
            <a:off x="5303520" y="376"/>
            <a:ext cx="228600" cy="6858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68" name="Shape 68"/>
        <p:cNvGrpSpPr/>
        <p:nvPr/>
      </p:nvGrpSpPr>
      <p:grpSpPr>
        <a:xfrm>
          <a:off x="0" y="0"/>
          <a:ext cx="0" cy="0"/>
          <a:chOff x="0" y="0"/>
          <a:chExt cx="0" cy="0"/>
        </a:xfrm>
      </p:grpSpPr>
      <p:sp>
        <p:nvSpPr>
          <p:cNvPr id="69" name="Google Shape;69;p32" title="Background Shape"/>
          <p:cNvSpPr/>
          <p:nvPr/>
        </p:nvSpPr>
        <p:spPr>
          <a:xfrm>
            <a:off x="0" y="376"/>
            <a:ext cx="5303520" cy="6857624"/>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2"/>
          <p:cNvSpPr txBox="1"/>
          <p:nvPr>
            <p:ph type="title"/>
          </p:nvPr>
        </p:nvSpPr>
        <p:spPr>
          <a:xfrm>
            <a:off x="723900" y="685800"/>
            <a:ext cx="3855720" cy="2157884"/>
          </a:xfrm>
          <a:prstGeom prst="rect">
            <a:avLst/>
          </a:prstGeom>
          <a:noFill/>
          <a:ln>
            <a:noFill/>
          </a:ln>
        </p:spPr>
        <p:txBody>
          <a:bodyPr anchorCtr="0" anchor="t" bIns="45700" lIns="91425" spcFirstLastPara="1" rIns="91425" wrap="square" tIns="45700">
            <a:normAutofit/>
          </a:bodyPr>
          <a:lstStyle>
            <a:lvl1pPr lvl="0" algn="l">
              <a:lnSpc>
                <a:spcPct val="84000"/>
              </a:lnSpc>
              <a:spcBef>
                <a:spcPts val="0"/>
              </a:spcBef>
              <a:spcAft>
                <a:spcPts val="0"/>
              </a:spcAft>
              <a:buClr>
                <a:schemeClr val="dk2"/>
              </a:buClr>
              <a:buSzPts val="4800"/>
              <a:buFont typeface="Libre Franklin"/>
              <a:buNone/>
              <a:defRPr sz="4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1" name="Google Shape;71;p32"/>
          <p:cNvSpPr/>
          <p:nvPr>
            <p:ph idx="2" type="pic"/>
          </p:nvPr>
        </p:nvSpPr>
        <p:spPr>
          <a:xfrm>
            <a:off x="5532120" y="0"/>
            <a:ext cx="6659880" cy="6857999"/>
          </a:xfrm>
          <a:prstGeom prst="rect">
            <a:avLst/>
          </a:prstGeom>
          <a:noFill/>
          <a:ln>
            <a:noFill/>
          </a:ln>
        </p:spPr>
      </p:sp>
      <p:sp>
        <p:nvSpPr>
          <p:cNvPr id="72" name="Google Shape;72;p32"/>
          <p:cNvSpPr txBox="1"/>
          <p:nvPr>
            <p:ph idx="1" type="body"/>
          </p:nvPr>
        </p:nvSpPr>
        <p:spPr>
          <a:xfrm>
            <a:off x="723900" y="2855968"/>
            <a:ext cx="3855720" cy="3011432"/>
          </a:xfrm>
          <a:prstGeom prst="rect">
            <a:avLst/>
          </a:prstGeom>
          <a:noFill/>
          <a:ln>
            <a:noFill/>
          </a:ln>
        </p:spPr>
        <p:txBody>
          <a:bodyPr anchorCtr="0" anchor="t" bIns="45700" lIns="91425" spcFirstLastPara="1" rIns="91425" wrap="square" tIns="45700">
            <a:normAutofit/>
          </a:bodyPr>
          <a:lstStyle>
            <a:lvl1pPr indent="-228600" lvl="0" marL="457200" algn="l">
              <a:lnSpc>
                <a:spcPct val="113000"/>
              </a:lnSpc>
              <a:spcBef>
                <a:spcPts val="0"/>
              </a:spcBef>
              <a:spcAft>
                <a:spcPts val="0"/>
              </a:spcAft>
              <a:buClr>
                <a:schemeClr val="dk2"/>
              </a:buClr>
              <a:buSzPts val="1600"/>
              <a:buNone/>
              <a:defRPr sz="1600"/>
            </a:lvl1pPr>
            <a:lvl2pPr indent="-228600" lvl="1" marL="914400" algn="l">
              <a:lnSpc>
                <a:spcPct val="94000"/>
              </a:lnSpc>
              <a:spcBef>
                <a:spcPts val="1500"/>
              </a:spcBef>
              <a:spcAft>
                <a:spcPts val="0"/>
              </a:spcAft>
              <a:buClr>
                <a:schemeClr val="dk2"/>
              </a:buClr>
              <a:buSzPts val="1400"/>
              <a:buNone/>
              <a:defRPr sz="1400"/>
            </a:lvl2pPr>
            <a:lvl3pPr indent="-228600" lvl="2" marL="1371600" algn="l">
              <a:lnSpc>
                <a:spcPct val="94000"/>
              </a:lnSpc>
              <a:spcBef>
                <a:spcPts val="500"/>
              </a:spcBef>
              <a:spcAft>
                <a:spcPts val="0"/>
              </a:spcAft>
              <a:buClr>
                <a:schemeClr val="dk2"/>
              </a:buClr>
              <a:buSzPts val="1200"/>
              <a:buNone/>
              <a:defRPr sz="1200"/>
            </a:lvl3pPr>
            <a:lvl4pPr indent="-228600" lvl="3" marL="1828800" algn="l">
              <a:lnSpc>
                <a:spcPct val="94000"/>
              </a:lnSpc>
              <a:spcBef>
                <a:spcPts val="500"/>
              </a:spcBef>
              <a:spcAft>
                <a:spcPts val="0"/>
              </a:spcAft>
              <a:buClr>
                <a:schemeClr val="dk2"/>
              </a:buClr>
              <a:buSzPts val="1000"/>
              <a:buNone/>
              <a:defRPr sz="1000"/>
            </a:lvl4pPr>
            <a:lvl5pPr indent="-228600" lvl="4" marL="2286000" algn="l">
              <a:lnSpc>
                <a:spcPct val="94000"/>
              </a:lnSpc>
              <a:spcBef>
                <a:spcPts val="500"/>
              </a:spcBef>
              <a:spcAft>
                <a:spcPts val="0"/>
              </a:spcAft>
              <a:buClr>
                <a:schemeClr val="dk2"/>
              </a:buClr>
              <a:buSzPts val="1000"/>
              <a:buNone/>
              <a:defRPr sz="1000"/>
            </a:lvl5pPr>
            <a:lvl6pPr indent="-228600" lvl="5" marL="2743200" algn="l">
              <a:lnSpc>
                <a:spcPct val="94000"/>
              </a:lnSpc>
              <a:spcBef>
                <a:spcPts val="500"/>
              </a:spcBef>
              <a:spcAft>
                <a:spcPts val="0"/>
              </a:spcAft>
              <a:buClr>
                <a:schemeClr val="dk2"/>
              </a:buClr>
              <a:buSzPts val="1000"/>
              <a:buNone/>
              <a:defRPr sz="1000"/>
            </a:lvl6pPr>
            <a:lvl7pPr indent="-228600" lvl="6" marL="3200400" algn="l">
              <a:lnSpc>
                <a:spcPct val="94000"/>
              </a:lnSpc>
              <a:spcBef>
                <a:spcPts val="500"/>
              </a:spcBef>
              <a:spcAft>
                <a:spcPts val="0"/>
              </a:spcAft>
              <a:buClr>
                <a:schemeClr val="dk2"/>
              </a:buClr>
              <a:buSzPts val="1000"/>
              <a:buNone/>
              <a:defRPr sz="1000"/>
            </a:lvl7pPr>
            <a:lvl8pPr indent="-228600" lvl="7" marL="3657600" algn="l">
              <a:lnSpc>
                <a:spcPct val="94000"/>
              </a:lnSpc>
              <a:spcBef>
                <a:spcPts val="500"/>
              </a:spcBef>
              <a:spcAft>
                <a:spcPts val="0"/>
              </a:spcAft>
              <a:buClr>
                <a:schemeClr val="dk2"/>
              </a:buClr>
              <a:buSzPts val="1000"/>
              <a:buNone/>
              <a:defRPr sz="1000"/>
            </a:lvl8pPr>
            <a:lvl9pPr indent="-228600" lvl="8" marL="4114800" algn="l">
              <a:lnSpc>
                <a:spcPct val="94000"/>
              </a:lnSpc>
              <a:spcBef>
                <a:spcPts val="500"/>
              </a:spcBef>
              <a:spcAft>
                <a:spcPts val="200"/>
              </a:spcAft>
              <a:buClr>
                <a:schemeClr val="dk2"/>
              </a:buClr>
              <a:buSzPts val="1000"/>
              <a:buNone/>
              <a:defRPr sz="1000"/>
            </a:lvl9pPr>
          </a:lstStyle>
          <a:p/>
        </p:txBody>
      </p:sp>
      <p:sp>
        <p:nvSpPr>
          <p:cNvPr id="73" name="Google Shape;73;p32"/>
          <p:cNvSpPr txBox="1"/>
          <p:nvPr>
            <p:ph idx="10" type="dt"/>
          </p:nvPr>
        </p:nvSpPr>
        <p:spPr>
          <a:xfrm>
            <a:off x="723900" y="6453386"/>
            <a:ext cx="1204572"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32"/>
          <p:cNvSpPr txBox="1"/>
          <p:nvPr>
            <p:ph idx="11" type="ftr"/>
          </p:nvPr>
        </p:nvSpPr>
        <p:spPr>
          <a:xfrm>
            <a:off x="2205945" y="6453386"/>
            <a:ext cx="2373675"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32"/>
          <p:cNvSpPr txBox="1"/>
          <p:nvPr>
            <p:ph idx="12" type="sldNum"/>
          </p:nvPr>
        </p:nvSpPr>
        <p:spPr>
          <a:xfrm>
            <a:off x="9883140" y="6453386"/>
            <a:ext cx="1596292" cy="40461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chemeClr val="dk2"/>
                </a:solidFill>
                <a:latin typeface="Libre Franklin"/>
                <a:ea typeface="Libre Franklin"/>
                <a:cs typeface="Libre Franklin"/>
                <a:sym typeface="Libre Franklin"/>
              </a:defRPr>
            </a:lvl1pPr>
            <a:lvl2pPr indent="0" lvl="1" marL="0" algn="r">
              <a:spcBef>
                <a:spcPts val="0"/>
              </a:spcBef>
              <a:buNone/>
              <a:defRPr sz="1200">
                <a:solidFill>
                  <a:schemeClr val="dk2"/>
                </a:solidFill>
                <a:latin typeface="Libre Franklin"/>
                <a:ea typeface="Libre Franklin"/>
                <a:cs typeface="Libre Franklin"/>
                <a:sym typeface="Libre Franklin"/>
              </a:defRPr>
            </a:lvl2pPr>
            <a:lvl3pPr indent="0" lvl="2" marL="0" algn="r">
              <a:spcBef>
                <a:spcPts val="0"/>
              </a:spcBef>
              <a:buNone/>
              <a:defRPr sz="1200">
                <a:solidFill>
                  <a:schemeClr val="dk2"/>
                </a:solidFill>
                <a:latin typeface="Libre Franklin"/>
                <a:ea typeface="Libre Franklin"/>
                <a:cs typeface="Libre Franklin"/>
                <a:sym typeface="Libre Franklin"/>
              </a:defRPr>
            </a:lvl3pPr>
            <a:lvl4pPr indent="0" lvl="3" marL="0" algn="r">
              <a:spcBef>
                <a:spcPts val="0"/>
              </a:spcBef>
              <a:buNone/>
              <a:defRPr sz="1200">
                <a:solidFill>
                  <a:schemeClr val="dk2"/>
                </a:solidFill>
                <a:latin typeface="Libre Franklin"/>
                <a:ea typeface="Libre Franklin"/>
                <a:cs typeface="Libre Franklin"/>
                <a:sym typeface="Libre Franklin"/>
              </a:defRPr>
            </a:lvl4pPr>
            <a:lvl5pPr indent="0" lvl="4" marL="0" algn="r">
              <a:spcBef>
                <a:spcPts val="0"/>
              </a:spcBef>
              <a:buNone/>
              <a:defRPr sz="1200">
                <a:solidFill>
                  <a:schemeClr val="dk2"/>
                </a:solidFill>
                <a:latin typeface="Libre Franklin"/>
                <a:ea typeface="Libre Franklin"/>
                <a:cs typeface="Libre Franklin"/>
                <a:sym typeface="Libre Franklin"/>
              </a:defRPr>
            </a:lvl5pPr>
            <a:lvl6pPr indent="0" lvl="5" marL="0" algn="r">
              <a:spcBef>
                <a:spcPts val="0"/>
              </a:spcBef>
              <a:buNone/>
              <a:defRPr sz="1200">
                <a:solidFill>
                  <a:schemeClr val="dk2"/>
                </a:solidFill>
                <a:latin typeface="Libre Franklin"/>
                <a:ea typeface="Libre Franklin"/>
                <a:cs typeface="Libre Franklin"/>
                <a:sym typeface="Libre Franklin"/>
              </a:defRPr>
            </a:lvl6pPr>
            <a:lvl7pPr indent="0" lvl="6" marL="0" algn="r">
              <a:spcBef>
                <a:spcPts val="0"/>
              </a:spcBef>
              <a:buNone/>
              <a:defRPr sz="1200">
                <a:solidFill>
                  <a:schemeClr val="dk2"/>
                </a:solidFill>
                <a:latin typeface="Libre Franklin"/>
                <a:ea typeface="Libre Franklin"/>
                <a:cs typeface="Libre Franklin"/>
                <a:sym typeface="Libre Franklin"/>
              </a:defRPr>
            </a:lvl7pPr>
            <a:lvl8pPr indent="0" lvl="7" marL="0" algn="r">
              <a:spcBef>
                <a:spcPts val="0"/>
              </a:spcBef>
              <a:buNone/>
              <a:defRPr sz="1200">
                <a:solidFill>
                  <a:schemeClr val="dk2"/>
                </a:solidFill>
                <a:latin typeface="Libre Franklin"/>
                <a:ea typeface="Libre Franklin"/>
                <a:cs typeface="Libre Franklin"/>
                <a:sym typeface="Libre Franklin"/>
              </a:defRPr>
            </a:lvl8pPr>
            <a:lvl9pPr indent="0" lvl="8" marL="0" algn="r">
              <a:spcBef>
                <a:spcPts val="0"/>
              </a:spcBef>
              <a:buNone/>
              <a:defRPr sz="1200">
                <a:solidFill>
                  <a:schemeClr val="dk2"/>
                </a:solidFill>
                <a:latin typeface="Libre Franklin"/>
                <a:ea typeface="Libre Franklin"/>
                <a:cs typeface="Libre Franklin"/>
                <a:sym typeface="Libre Franklin"/>
              </a:defRPr>
            </a:lvl9pPr>
          </a:lstStyle>
          <a:p>
            <a:pPr indent="0" lvl="0" marL="0" rtl="0" algn="r">
              <a:spcBef>
                <a:spcPts val="0"/>
              </a:spcBef>
              <a:spcAft>
                <a:spcPts val="0"/>
              </a:spcAft>
              <a:buNone/>
            </a:pPr>
            <a:fld id="{00000000-1234-1234-1234-123412341234}" type="slidenum">
              <a:rPr lang="en-IN"/>
              <a:t>‹#›</a:t>
            </a:fld>
            <a:endParaRPr/>
          </a:p>
        </p:txBody>
      </p:sp>
      <p:sp>
        <p:nvSpPr>
          <p:cNvPr id="76" name="Google Shape;76;p32" title="Divider Bar"/>
          <p:cNvSpPr/>
          <p:nvPr/>
        </p:nvSpPr>
        <p:spPr>
          <a:xfrm>
            <a:off x="5303520" y="376"/>
            <a:ext cx="228600" cy="6858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7" name="Shape 77"/>
        <p:cNvGrpSpPr/>
        <p:nvPr/>
      </p:nvGrpSpPr>
      <p:grpSpPr>
        <a:xfrm>
          <a:off x="0" y="0"/>
          <a:ext cx="0" cy="0"/>
          <a:chOff x="0" y="0"/>
          <a:chExt cx="0" cy="0"/>
        </a:xfrm>
      </p:grpSpPr>
      <p:sp>
        <p:nvSpPr>
          <p:cNvPr id="78" name="Google Shape;78;p33"/>
          <p:cNvSpPr txBox="1"/>
          <p:nvPr>
            <p:ph type="title"/>
          </p:nvPr>
        </p:nvSpPr>
        <p:spPr>
          <a:xfrm>
            <a:off x="1371600" y="685800"/>
            <a:ext cx="9601200" cy="1485900"/>
          </a:xfrm>
          <a:prstGeom prst="rect">
            <a:avLst/>
          </a:prstGeom>
          <a:noFill/>
          <a:ln>
            <a:noFill/>
          </a:ln>
        </p:spPr>
        <p:txBody>
          <a:bodyPr anchorCtr="0" anchor="t" bIns="45700" lIns="91425" spcFirstLastPara="1" rIns="91425" wrap="square" tIns="45700">
            <a:normAutofit/>
          </a:bodyPr>
          <a:lstStyle>
            <a:lvl1pPr lvl="0" algn="l">
              <a:lnSpc>
                <a:spcPct val="89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9" name="Google Shape;79;p33"/>
          <p:cNvSpPr txBox="1"/>
          <p:nvPr>
            <p:ph idx="1" type="body"/>
          </p:nvPr>
        </p:nvSpPr>
        <p:spPr>
          <a:xfrm rot="5400000">
            <a:off x="4386263" y="-719137"/>
            <a:ext cx="3571875" cy="9601200"/>
          </a:xfrm>
          <a:prstGeom prst="rect">
            <a:avLst/>
          </a:prstGeom>
          <a:noFill/>
          <a:ln>
            <a:noFill/>
          </a:ln>
        </p:spPr>
        <p:txBody>
          <a:bodyPr anchorCtr="0" anchor="t" bIns="45700" lIns="91425" spcFirstLastPara="1" rIns="91425" wrap="square" tIns="45700">
            <a:normAutofit/>
          </a:bodyPr>
          <a:lstStyle>
            <a:lvl1pPr indent="-342900" lvl="0" marL="457200" algn="l">
              <a:lnSpc>
                <a:spcPct val="94000"/>
              </a:lnSpc>
              <a:spcBef>
                <a:spcPts val="1000"/>
              </a:spcBef>
              <a:spcAft>
                <a:spcPts val="0"/>
              </a:spcAft>
              <a:buClr>
                <a:schemeClr val="dk2"/>
              </a:buClr>
              <a:buSzPts val="1800"/>
              <a:buChar char="■"/>
              <a:defRPr/>
            </a:lvl1pPr>
            <a:lvl2pPr indent="-342900" lvl="1" marL="914400" algn="l">
              <a:lnSpc>
                <a:spcPct val="94000"/>
              </a:lnSpc>
              <a:spcBef>
                <a:spcPts val="500"/>
              </a:spcBef>
              <a:spcAft>
                <a:spcPts val="0"/>
              </a:spcAft>
              <a:buClr>
                <a:schemeClr val="dk2"/>
              </a:buClr>
              <a:buSzPts val="1800"/>
              <a:buChar char="–"/>
              <a:defRPr/>
            </a:lvl2pPr>
            <a:lvl3pPr indent="-342900" lvl="2" marL="1371600" algn="l">
              <a:lnSpc>
                <a:spcPct val="94000"/>
              </a:lnSpc>
              <a:spcBef>
                <a:spcPts val="500"/>
              </a:spcBef>
              <a:spcAft>
                <a:spcPts val="0"/>
              </a:spcAft>
              <a:buClr>
                <a:schemeClr val="dk2"/>
              </a:buClr>
              <a:buSzPts val="1800"/>
              <a:buChar char="■"/>
              <a:defRPr/>
            </a:lvl3pPr>
            <a:lvl4pPr indent="-342900" lvl="3" marL="1828800" algn="l">
              <a:lnSpc>
                <a:spcPct val="94000"/>
              </a:lnSpc>
              <a:spcBef>
                <a:spcPts val="500"/>
              </a:spcBef>
              <a:spcAft>
                <a:spcPts val="0"/>
              </a:spcAft>
              <a:buClr>
                <a:schemeClr val="dk2"/>
              </a:buClr>
              <a:buSzPts val="1800"/>
              <a:buChar char="–"/>
              <a:defRPr/>
            </a:lvl4pPr>
            <a:lvl5pPr indent="-342900" lvl="4" marL="2286000" algn="l">
              <a:lnSpc>
                <a:spcPct val="94000"/>
              </a:lnSpc>
              <a:spcBef>
                <a:spcPts val="500"/>
              </a:spcBef>
              <a:spcAft>
                <a:spcPts val="0"/>
              </a:spcAft>
              <a:buClr>
                <a:schemeClr val="dk2"/>
              </a:buClr>
              <a:buSzPts val="1800"/>
              <a:buChar char="■"/>
              <a:defRPr/>
            </a:lvl5pPr>
            <a:lvl6pPr indent="-342900" lvl="5" marL="2743200" algn="l">
              <a:lnSpc>
                <a:spcPct val="94000"/>
              </a:lnSpc>
              <a:spcBef>
                <a:spcPts val="500"/>
              </a:spcBef>
              <a:spcAft>
                <a:spcPts val="0"/>
              </a:spcAft>
              <a:buClr>
                <a:schemeClr val="dk2"/>
              </a:buClr>
              <a:buSzPts val="1800"/>
              <a:buChar char="–"/>
              <a:defRPr/>
            </a:lvl6pPr>
            <a:lvl7pPr indent="-342900" lvl="6" marL="3200400" algn="l">
              <a:lnSpc>
                <a:spcPct val="94000"/>
              </a:lnSpc>
              <a:spcBef>
                <a:spcPts val="500"/>
              </a:spcBef>
              <a:spcAft>
                <a:spcPts val="0"/>
              </a:spcAft>
              <a:buClr>
                <a:schemeClr val="dk2"/>
              </a:buClr>
              <a:buSzPts val="1800"/>
              <a:buChar char="■"/>
              <a:defRPr/>
            </a:lvl7pPr>
            <a:lvl8pPr indent="-342900" lvl="7" marL="3657600" algn="l">
              <a:lnSpc>
                <a:spcPct val="94000"/>
              </a:lnSpc>
              <a:spcBef>
                <a:spcPts val="500"/>
              </a:spcBef>
              <a:spcAft>
                <a:spcPts val="0"/>
              </a:spcAft>
              <a:buClr>
                <a:schemeClr val="dk2"/>
              </a:buClr>
              <a:buSzPts val="1800"/>
              <a:buChar char="–"/>
              <a:defRPr/>
            </a:lvl8pPr>
            <a:lvl9pPr indent="-342900" lvl="8" marL="4114800" algn="l">
              <a:lnSpc>
                <a:spcPct val="94000"/>
              </a:lnSpc>
              <a:spcBef>
                <a:spcPts val="500"/>
              </a:spcBef>
              <a:spcAft>
                <a:spcPts val="200"/>
              </a:spcAft>
              <a:buClr>
                <a:schemeClr val="dk2"/>
              </a:buClr>
              <a:buSzPts val="1800"/>
              <a:buChar char="■"/>
              <a:defRPr/>
            </a:lvl9pPr>
          </a:lstStyle>
          <a:p/>
        </p:txBody>
      </p:sp>
      <p:sp>
        <p:nvSpPr>
          <p:cNvPr id="80" name="Google Shape;80;p33"/>
          <p:cNvSpPr txBox="1"/>
          <p:nvPr>
            <p:ph idx="10" type="dt"/>
          </p:nvPr>
        </p:nvSpPr>
        <p:spPr>
          <a:xfrm>
            <a:off x="1390650" y="6453386"/>
            <a:ext cx="1204572"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33"/>
          <p:cNvSpPr txBox="1"/>
          <p:nvPr>
            <p:ph idx="11" type="ftr"/>
          </p:nvPr>
        </p:nvSpPr>
        <p:spPr>
          <a:xfrm>
            <a:off x="2893564" y="6453386"/>
            <a:ext cx="6280830"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33"/>
          <p:cNvSpPr txBox="1"/>
          <p:nvPr>
            <p:ph idx="12" type="sldNum"/>
          </p:nvPr>
        </p:nvSpPr>
        <p:spPr>
          <a:xfrm>
            <a:off x="9472736" y="6453386"/>
            <a:ext cx="1596292" cy="40461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3" name="Shape 83"/>
        <p:cNvGrpSpPr/>
        <p:nvPr/>
      </p:nvGrpSpPr>
      <p:grpSpPr>
        <a:xfrm>
          <a:off x="0" y="0"/>
          <a:ext cx="0" cy="0"/>
          <a:chOff x="0" y="0"/>
          <a:chExt cx="0" cy="0"/>
        </a:xfrm>
      </p:grpSpPr>
      <p:sp>
        <p:nvSpPr>
          <p:cNvPr id="84" name="Google Shape;84;p34"/>
          <p:cNvSpPr txBox="1"/>
          <p:nvPr>
            <p:ph type="title"/>
          </p:nvPr>
        </p:nvSpPr>
        <p:spPr>
          <a:xfrm rot="5400000">
            <a:off x="7757822" y="2462895"/>
            <a:ext cx="5243244" cy="1565766"/>
          </a:xfrm>
          <a:prstGeom prst="rect">
            <a:avLst/>
          </a:prstGeom>
          <a:noFill/>
          <a:ln>
            <a:noFill/>
          </a:ln>
        </p:spPr>
        <p:txBody>
          <a:bodyPr anchorCtr="0" anchor="t" bIns="45700" lIns="91425" spcFirstLastPara="1" rIns="91425" wrap="square" tIns="45700">
            <a:normAutofit/>
          </a:bodyPr>
          <a:lstStyle>
            <a:lvl1pPr lvl="0" algn="l">
              <a:lnSpc>
                <a:spcPct val="89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5" name="Google Shape;85;p34"/>
          <p:cNvSpPr txBox="1"/>
          <p:nvPr>
            <p:ph idx="1" type="body"/>
          </p:nvPr>
        </p:nvSpPr>
        <p:spPr>
          <a:xfrm rot="5400000">
            <a:off x="2839799" y="-844042"/>
            <a:ext cx="5243244" cy="8179641"/>
          </a:xfrm>
          <a:prstGeom prst="rect">
            <a:avLst/>
          </a:prstGeom>
          <a:noFill/>
          <a:ln>
            <a:noFill/>
          </a:ln>
        </p:spPr>
        <p:txBody>
          <a:bodyPr anchorCtr="0" anchor="t" bIns="45700" lIns="91425" spcFirstLastPara="1" rIns="91425" wrap="square" tIns="45700">
            <a:normAutofit/>
          </a:bodyPr>
          <a:lstStyle>
            <a:lvl1pPr indent="-342900" lvl="0" marL="457200" algn="l">
              <a:lnSpc>
                <a:spcPct val="94000"/>
              </a:lnSpc>
              <a:spcBef>
                <a:spcPts val="1000"/>
              </a:spcBef>
              <a:spcAft>
                <a:spcPts val="0"/>
              </a:spcAft>
              <a:buClr>
                <a:schemeClr val="dk2"/>
              </a:buClr>
              <a:buSzPts val="1800"/>
              <a:buChar char="■"/>
              <a:defRPr/>
            </a:lvl1pPr>
            <a:lvl2pPr indent="-342900" lvl="1" marL="914400" algn="l">
              <a:lnSpc>
                <a:spcPct val="94000"/>
              </a:lnSpc>
              <a:spcBef>
                <a:spcPts val="500"/>
              </a:spcBef>
              <a:spcAft>
                <a:spcPts val="0"/>
              </a:spcAft>
              <a:buClr>
                <a:schemeClr val="dk2"/>
              </a:buClr>
              <a:buSzPts val="1800"/>
              <a:buChar char="–"/>
              <a:defRPr/>
            </a:lvl2pPr>
            <a:lvl3pPr indent="-342900" lvl="2" marL="1371600" algn="l">
              <a:lnSpc>
                <a:spcPct val="94000"/>
              </a:lnSpc>
              <a:spcBef>
                <a:spcPts val="500"/>
              </a:spcBef>
              <a:spcAft>
                <a:spcPts val="0"/>
              </a:spcAft>
              <a:buClr>
                <a:schemeClr val="dk2"/>
              </a:buClr>
              <a:buSzPts val="1800"/>
              <a:buChar char="■"/>
              <a:defRPr/>
            </a:lvl3pPr>
            <a:lvl4pPr indent="-342900" lvl="3" marL="1828800" algn="l">
              <a:lnSpc>
                <a:spcPct val="94000"/>
              </a:lnSpc>
              <a:spcBef>
                <a:spcPts val="500"/>
              </a:spcBef>
              <a:spcAft>
                <a:spcPts val="0"/>
              </a:spcAft>
              <a:buClr>
                <a:schemeClr val="dk2"/>
              </a:buClr>
              <a:buSzPts val="1800"/>
              <a:buChar char="–"/>
              <a:defRPr/>
            </a:lvl4pPr>
            <a:lvl5pPr indent="-342900" lvl="4" marL="2286000" algn="l">
              <a:lnSpc>
                <a:spcPct val="94000"/>
              </a:lnSpc>
              <a:spcBef>
                <a:spcPts val="500"/>
              </a:spcBef>
              <a:spcAft>
                <a:spcPts val="0"/>
              </a:spcAft>
              <a:buClr>
                <a:schemeClr val="dk2"/>
              </a:buClr>
              <a:buSzPts val="1800"/>
              <a:buChar char="■"/>
              <a:defRPr/>
            </a:lvl5pPr>
            <a:lvl6pPr indent="-342900" lvl="5" marL="2743200" algn="l">
              <a:lnSpc>
                <a:spcPct val="94000"/>
              </a:lnSpc>
              <a:spcBef>
                <a:spcPts val="500"/>
              </a:spcBef>
              <a:spcAft>
                <a:spcPts val="0"/>
              </a:spcAft>
              <a:buClr>
                <a:schemeClr val="dk2"/>
              </a:buClr>
              <a:buSzPts val="1800"/>
              <a:buChar char="–"/>
              <a:defRPr/>
            </a:lvl6pPr>
            <a:lvl7pPr indent="-342900" lvl="6" marL="3200400" algn="l">
              <a:lnSpc>
                <a:spcPct val="94000"/>
              </a:lnSpc>
              <a:spcBef>
                <a:spcPts val="500"/>
              </a:spcBef>
              <a:spcAft>
                <a:spcPts val="0"/>
              </a:spcAft>
              <a:buClr>
                <a:schemeClr val="dk2"/>
              </a:buClr>
              <a:buSzPts val="1800"/>
              <a:buChar char="■"/>
              <a:defRPr/>
            </a:lvl7pPr>
            <a:lvl8pPr indent="-342900" lvl="7" marL="3657600" algn="l">
              <a:lnSpc>
                <a:spcPct val="94000"/>
              </a:lnSpc>
              <a:spcBef>
                <a:spcPts val="500"/>
              </a:spcBef>
              <a:spcAft>
                <a:spcPts val="0"/>
              </a:spcAft>
              <a:buClr>
                <a:schemeClr val="dk2"/>
              </a:buClr>
              <a:buSzPts val="1800"/>
              <a:buChar char="–"/>
              <a:defRPr/>
            </a:lvl8pPr>
            <a:lvl9pPr indent="-342900" lvl="8" marL="4114800" algn="l">
              <a:lnSpc>
                <a:spcPct val="94000"/>
              </a:lnSpc>
              <a:spcBef>
                <a:spcPts val="500"/>
              </a:spcBef>
              <a:spcAft>
                <a:spcPts val="200"/>
              </a:spcAft>
              <a:buClr>
                <a:schemeClr val="dk2"/>
              </a:buClr>
              <a:buSzPts val="1800"/>
              <a:buChar char="■"/>
              <a:defRPr/>
            </a:lvl9pPr>
          </a:lstStyle>
          <a:p/>
        </p:txBody>
      </p:sp>
      <p:sp>
        <p:nvSpPr>
          <p:cNvPr id="86" name="Google Shape;86;p34"/>
          <p:cNvSpPr txBox="1"/>
          <p:nvPr>
            <p:ph idx="10" type="dt"/>
          </p:nvPr>
        </p:nvSpPr>
        <p:spPr>
          <a:xfrm>
            <a:off x="1390650" y="6453386"/>
            <a:ext cx="1204572"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34"/>
          <p:cNvSpPr txBox="1"/>
          <p:nvPr>
            <p:ph idx="11" type="ftr"/>
          </p:nvPr>
        </p:nvSpPr>
        <p:spPr>
          <a:xfrm>
            <a:off x="2893564" y="6453386"/>
            <a:ext cx="6280830"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34"/>
          <p:cNvSpPr txBox="1"/>
          <p:nvPr>
            <p:ph idx="12" type="sldNum"/>
          </p:nvPr>
        </p:nvSpPr>
        <p:spPr>
          <a:xfrm>
            <a:off x="9472736" y="6453386"/>
            <a:ext cx="1596292" cy="40461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5" name="Shape 5"/>
        <p:cNvGrpSpPr/>
        <p:nvPr/>
      </p:nvGrpSpPr>
      <p:grpSpPr>
        <a:xfrm>
          <a:off x="0" y="0"/>
          <a:ext cx="0" cy="0"/>
          <a:chOff x="0" y="0"/>
          <a:chExt cx="0" cy="0"/>
        </a:xfrm>
      </p:grpSpPr>
      <p:sp>
        <p:nvSpPr>
          <p:cNvPr id="6" name="Google Shape;6;p23"/>
          <p:cNvSpPr txBox="1"/>
          <p:nvPr>
            <p:ph type="title"/>
          </p:nvPr>
        </p:nvSpPr>
        <p:spPr>
          <a:xfrm>
            <a:off x="1371600" y="685800"/>
            <a:ext cx="9601200" cy="1485900"/>
          </a:xfrm>
          <a:prstGeom prst="rect">
            <a:avLst/>
          </a:prstGeom>
          <a:noFill/>
          <a:ln>
            <a:noFill/>
          </a:ln>
        </p:spPr>
        <p:txBody>
          <a:bodyPr anchorCtr="0" anchor="t" bIns="45700" lIns="91425" spcFirstLastPara="1" rIns="91425" wrap="square" tIns="45700">
            <a:normAutofit/>
          </a:bodyPr>
          <a:lstStyle>
            <a:lvl1pPr lvl="0" marR="0" rtl="0" algn="l">
              <a:lnSpc>
                <a:spcPct val="89000"/>
              </a:lnSpc>
              <a:spcBef>
                <a:spcPts val="0"/>
              </a:spcBef>
              <a:spcAft>
                <a:spcPts val="0"/>
              </a:spcAft>
              <a:buClr>
                <a:schemeClr val="dk2"/>
              </a:buClr>
              <a:buSzPts val="4400"/>
              <a:buFont typeface="Libre Franklin"/>
              <a:buNone/>
              <a:defRPr b="0" i="0" sz="4400" u="none" cap="none" strike="noStrike">
                <a:solidFill>
                  <a:schemeClr val="dk2"/>
                </a:solidFill>
                <a:latin typeface="Libre Franklin"/>
                <a:ea typeface="Libre Franklin"/>
                <a:cs typeface="Libre Franklin"/>
                <a:sym typeface="Libre Frankli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3"/>
          <p:cNvSpPr txBox="1"/>
          <p:nvPr>
            <p:ph idx="1" type="body"/>
          </p:nvPr>
        </p:nvSpPr>
        <p:spPr>
          <a:xfrm>
            <a:off x="1371600" y="2286000"/>
            <a:ext cx="9601200" cy="3581400"/>
          </a:xfrm>
          <a:prstGeom prst="rect">
            <a:avLst/>
          </a:prstGeom>
          <a:noFill/>
          <a:ln>
            <a:noFill/>
          </a:ln>
        </p:spPr>
        <p:txBody>
          <a:bodyPr anchorCtr="0" anchor="t" bIns="45700" lIns="91425" spcFirstLastPara="1" rIns="91425" wrap="square" tIns="45700">
            <a:normAutofit/>
          </a:bodyPr>
          <a:lstStyle>
            <a:lvl1pPr indent="-355600" lvl="0" marL="457200" marR="0" rtl="0" algn="l">
              <a:lnSpc>
                <a:spcPct val="94000"/>
              </a:lnSpc>
              <a:spcBef>
                <a:spcPts val="1000"/>
              </a:spcBef>
              <a:spcAft>
                <a:spcPts val="0"/>
              </a:spcAft>
              <a:buClr>
                <a:schemeClr val="dk2"/>
              </a:buClr>
              <a:buSzPts val="2000"/>
              <a:buFont typeface="Libre Franklin"/>
              <a:buChar char="■"/>
              <a:defRPr b="0" i="0" sz="2000" u="none" cap="none" strike="noStrike">
                <a:solidFill>
                  <a:schemeClr val="dk2"/>
                </a:solidFill>
                <a:latin typeface="Libre Franklin"/>
                <a:ea typeface="Libre Franklin"/>
                <a:cs typeface="Libre Franklin"/>
                <a:sym typeface="Libre Franklin"/>
              </a:defRPr>
            </a:lvl1pPr>
            <a:lvl2pPr indent="-355600" lvl="1" marL="914400" marR="0" rtl="0" algn="l">
              <a:lnSpc>
                <a:spcPct val="94000"/>
              </a:lnSpc>
              <a:spcBef>
                <a:spcPts val="500"/>
              </a:spcBef>
              <a:spcAft>
                <a:spcPts val="0"/>
              </a:spcAft>
              <a:buClr>
                <a:schemeClr val="dk2"/>
              </a:buClr>
              <a:buSzPts val="2000"/>
              <a:buFont typeface="Libre Franklin"/>
              <a:buChar char="–"/>
              <a:defRPr b="0" i="1" sz="2000" u="none" cap="none" strike="noStrike">
                <a:solidFill>
                  <a:schemeClr val="dk2"/>
                </a:solidFill>
                <a:latin typeface="Libre Franklin"/>
                <a:ea typeface="Libre Franklin"/>
                <a:cs typeface="Libre Franklin"/>
                <a:sym typeface="Libre Franklin"/>
              </a:defRPr>
            </a:lvl2pPr>
            <a:lvl3pPr indent="-342900" lvl="2" marL="1371600" marR="0" rtl="0" algn="l">
              <a:lnSpc>
                <a:spcPct val="94000"/>
              </a:lnSpc>
              <a:spcBef>
                <a:spcPts val="500"/>
              </a:spcBef>
              <a:spcAft>
                <a:spcPts val="0"/>
              </a:spcAft>
              <a:buClr>
                <a:schemeClr val="dk2"/>
              </a:buClr>
              <a:buSzPts val="1800"/>
              <a:buFont typeface="Libre Franklin"/>
              <a:buChar char="■"/>
              <a:defRPr b="0" i="0" sz="1800" u="none" cap="none" strike="noStrike">
                <a:solidFill>
                  <a:schemeClr val="dk2"/>
                </a:solidFill>
                <a:latin typeface="Libre Franklin"/>
                <a:ea typeface="Libre Franklin"/>
                <a:cs typeface="Libre Franklin"/>
                <a:sym typeface="Libre Franklin"/>
              </a:defRPr>
            </a:lvl3pPr>
            <a:lvl4pPr indent="-342900" lvl="3" marL="1828800" marR="0" rtl="0" algn="l">
              <a:lnSpc>
                <a:spcPct val="94000"/>
              </a:lnSpc>
              <a:spcBef>
                <a:spcPts val="500"/>
              </a:spcBef>
              <a:spcAft>
                <a:spcPts val="0"/>
              </a:spcAft>
              <a:buClr>
                <a:schemeClr val="dk2"/>
              </a:buClr>
              <a:buSzPts val="1800"/>
              <a:buFont typeface="Libre Franklin"/>
              <a:buChar char="–"/>
              <a:defRPr b="0" i="1" sz="1800" u="none" cap="none" strike="noStrike">
                <a:solidFill>
                  <a:schemeClr val="dk2"/>
                </a:solidFill>
                <a:latin typeface="Libre Franklin"/>
                <a:ea typeface="Libre Franklin"/>
                <a:cs typeface="Libre Franklin"/>
                <a:sym typeface="Libre Franklin"/>
              </a:defRPr>
            </a:lvl4pPr>
            <a:lvl5pPr indent="-330200" lvl="4" marL="2286000" marR="0" rtl="0" algn="l">
              <a:lnSpc>
                <a:spcPct val="94000"/>
              </a:lnSpc>
              <a:spcBef>
                <a:spcPts val="500"/>
              </a:spcBef>
              <a:spcAft>
                <a:spcPts val="0"/>
              </a:spcAft>
              <a:buClr>
                <a:schemeClr val="dk2"/>
              </a:buClr>
              <a:buSzPts val="1600"/>
              <a:buFont typeface="Libre Franklin"/>
              <a:buChar char="■"/>
              <a:defRPr b="0" i="0" sz="1600" u="none" cap="none" strike="noStrike">
                <a:solidFill>
                  <a:schemeClr val="dk2"/>
                </a:solidFill>
                <a:latin typeface="Libre Franklin"/>
                <a:ea typeface="Libre Franklin"/>
                <a:cs typeface="Libre Franklin"/>
                <a:sym typeface="Libre Franklin"/>
              </a:defRPr>
            </a:lvl5pPr>
            <a:lvl6pPr indent="-330200" lvl="5" marL="2743200" marR="0" rtl="0" algn="l">
              <a:lnSpc>
                <a:spcPct val="94000"/>
              </a:lnSpc>
              <a:spcBef>
                <a:spcPts val="500"/>
              </a:spcBef>
              <a:spcAft>
                <a:spcPts val="0"/>
              </a:spcAft>
              <a:buClr>
                <a:schemeClr val="dk2"/>
              </a:buClr>
              <a:buSzPts val="1600"/>
              <a:buFont typeface="Libre Franklin"/>
              <a:buChar char="–"/>
              <a:defRPr b="0" i="1" sz="1600" u="none" cap="none" strike="noStrike">
                <a:solidFill>
                  <a:schemeClr val="dk2"/>
                </a:solidFill>
                <a:latin typeface="Libre Franklin"/>
                <a:ea typeface="Libre Franklin"/>
                <a:cs typeface="Libre Franklin"/>
                <a:sym typeface="Libre Franklin"/>
              </a:defRPr>
            </a:lvl6pPr>
            <a:lvl7pPr indent="-317500" lvl="6" marL="3200400" marR="0" rtl="0" algn="l">
              <a:lnSpc>
                <a:spcPct val="94000"/>
              </a:lnSpc>
              <a:spcBef>
                <a:spcPts val="500"/>
              </a:spcBef>
              <a:spcAft>
                <a:spcPts val="0"/>
              </a:spcAft>
              <a:buClr>
                <a:schemeClr val="dk2"/>
              </a:buClr>
              <a:buSzPts val="1400"/>
              <a:buFont typeface="Libre Franklin"/>
              <a:buChar char="■"/>
              <a:defRPr b="0" i="0" sz="1400" u="none" cap="none" strike="noStrike">
                <a:solidFill>
                  <a:schemeClr val="dk2"/>
                </a:solidFill>
                <a:latin typeface="Libre Franklin"/>
                <a:ea typeface="Libre Franklin"/>
                <a:cs typeface="Libre Franklin"/>
                <a:sym typeface="Libre Franklin"/>
              </a:defRPr>
            </a:lvl7pPr>
            <a:lvl8pPr indent="-317500" lvl="7" marL="3657600" marR="0" rtl="0" algn="l">
              <a:lnSpc>
                <a:spcPct val="94000"/>
              </a:lnSpc>
              <a:spcBef>
                <a:spcPts val="500"/>
              </a:spcBef>
              <a:spcAft>
                <a:spcPts val="0"/>
              </a:spcAft>
              <a:buClr>
                <a:schemeClr val="dk2"/>
              </a:buClr>
              <a:buSzPts val="1400"/>
              <a:buFont typeface="Libre Franklin"/>
              <a:buChar char="–"/>
              <a:defRPr b="0" i="1" sz="1400" u="none" cap="none" strike="noStrike">
                <a:solidFill>
                  <a:schemeClr val="dk2"/>
                </a:solidFill>
                <a:latin typeface="Libre Franklin"/>
                <a:ea typeface="Libre Franklin"/>
                <a:cs typeface="Libre Franklin"/>
                <a:sym typeface="Libre Franklin"/>
              </a:defRPr>
            </a:lvl8pPr>
            <a:lvl9pPr indent="-317500" lvl="8" marL="4114800" marR="0" rtl="0" algn="l">
              <a:lnSpc>
                <a:spcPct val="94000"/>
              </a:lnSpc>
              <a:spcBef>
                <a:spcPts val="500"/>
              </a:spcBef>
              <a:spcAft>
                <a:spcPts val="200"/>
              </a:spcAft>
              <a:buClr>
                <a:schemeClr val="dk2"/>
              </a:buClr>
              <a:buSzPts val="1400"/>
              <a:buFont typeface="Libre Franklin"/>
              <a:buChar char="■"/>
              <a:defRPr b="0" i="0" sz="1400" u="none" cap="none" strike="noStrike">
                <a:solidFill>
                  <a:schemeClr val="dk2"/>
                </a:solidFill>
                <a:latin typeface="Libre Franklin"/>
                <a:ea typeface="Libre Franklin"/>
                <a:cs typeface="Libre Franklin"/>
                <a:sym typeface="Libre Franklin"/>
              </a:defRPr>
            </a:lvl9pPr>
          </a:lstStyle>
          <a:p/>
        </p:txBody>
      </p:sp>
      <p:sp>
        <p:nvSpPr>
          <p:cNvPr id="8" name="Google Shape;8;p23"/>
          <p:cNvSpPr txBox="1"/>
          <p:nvPr>
            <p:ph idx="10" type="dt"/>
          </p:nvPr>
        </p:nvSpPr>
        <p:spPr>
          <a:xfrm>
            <a:off x="1390650" y="6453386"/>
            <a:ext cx="1204572" cy="404614"/>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2"/>
                </a:solidFill>
                <a:latin typeface="Libre Franklin"/>
                <a:ea typeface="Libre Franklin"/>
                <a:cs typeface="Libre Franklin"/>
                <a:sym typeface="Libre Franklin"/>
              </a:defRPr>
            </a:lvl1pPr>
            <a:lvl2pPr lvl="1"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2pPr>
            <a:lvl3pPr lvl="2"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3pPr>
            <a:lvl4pPr lvl="3"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4pPr>
            <a:lvl5pPr lvl="4"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5pPr>
            <a:lvl6pPr lvl="5"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6pPr>
            <a:lvl7pPr lvl="6"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7pPr>
            <a:lvl8pPr lvl="7"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8pPr>
            <a:lvl9pPr lvl="8"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9pPr>
          </a:lstStyle>
          <a:p/>
        </p:txBody>
      </p:sp>
      <p:sp>
        <p:nvSpPr>
          <p:cNvPr id="9" name="Google Shape;9;p23"/>
          <p:cNvSpPr txBox="1"/>
          <p:nvPr>
            <p:ph idx="11" type="ftr"/>
          </p:nvPr>
        </p:nvSpPr>
        <p:spPr>
          <a:xfrm>
            <a:off x="2893564" y="6453386"/>
            <a:ext cx="6280830" cy="404614"/>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2"/>
                </a:solidFill>
                <a:latin typeface="Libre Franklin"/>
                <a:ea typeface="Libre Franklin"/>
                <a:cs typeface="Libre Franklin"/>
                <a:sym typeface="Libre Franklin"/>
              </a:defRPr>
            </a:lvl1pPr>
            <a:lvl2pPr lvl="1"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2pPr>
            <a:lvl3pPr lvl="2"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3pPr>
            <a:lvl4pPr lvl="3"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4pPr>
            <a:lvl5pPr lvl="4"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5pPr>
            <a:lvl6pPr lvl="5"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6pPr>
            <a:lvl7pPr lvl="6"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7pPr>
            <a:lvl8pPr lvl="7"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8pPr>
            <a:lvl9pPr lvl="8"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9pPr>
          </a:lstStyle>
          <a:p/>
        </p:txBody>
      </p:sp>
      <p:sp>
        <p:nvSpPr>
          <p:cNvPr id="10" name="Google Shape;10;p23"/>
          <p:cNvSpPr txBox="1"/>
          <p:nvPr>
            <p:ph idx="12" type="sldNum"/>
          </p:nvPr>
        </p:nvSpPr>
        <p:spPr>
          <a:xfrm>
            <a:off x="9472736" y="6453386"/>
            <a:ext cx="1596292" cy="40461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chemeClr val="dk2"/>
                </a:solidFill>
                <a:latin typeface="Libre Franklin"/>
                <a:ea typeface="Libre Franklin"/>
                <a:cs typeface="Libre Franklin"/>
                <a:sym typeface="Libre Franklin"/>
              </a:defRPr>
            </a:lvl1pPr>
            <a:lvl2pPr indent="0" lvl="1" marL="0" marR="0" rtl="0" algn="r">
              <a:spcBef>
                <a:spcPts val="0"/>
              </a:spcBef>
              <a:buNone/>
              <a:defRPr b="0" i="0" sz="1200" u="none" cap="none" strike="noStrike">
                <a:solidFill>
                  <a:schemeClr val="dk2"/>
                </a:solidFill>
                <a:latin typeface="Libre Franklin"/>
                <a:ea typeface="Libre Franklin"/>
                <a:cs typeface="Libre Franklin"/>
                <a:sym typeface="Libre Franklin"/>
              </a:defRPr>
            </a:lvl2pPr>
            <a:lvl3pPr indent="0" lvl="2" marL="0" marR="0" rtl="0" algn="r">
              <a:spcBef>
                <a:spcPts val="0"/>
              </a:spcBef>
              <a:buNone/>
              <a:defRPr b="0" i="0" sz="1200" u="none" cap="none" strike="noStrike">
                <a:solidFill>
                  <a:schemeClr val="dk2"/>
                </a:solidFill>
                <a:latin typeface="Libre Franklin"/>
                <a:ea typeface="Libre Franklin"/>
                <a:cs typeface="Libre Franklin"/>
                <a:sym typeface="Libre Franklin"/>
              </a:defRPr>
            </a:lvl3pPr>
            <a:lvl4pPr indent="0" lvl="3" marL="0" marR="0" rtl="0" algn="r">
              <a:spcBef>
                <a:spcPts val="0"/>
              </a:spcBef>
              <a:buNone/>
              <a:defRPr b="0" i="0" sz="1200" u="none" cap="none" strike="noStrike">
                <a:solidFill>
                  <a:schemeClr val="dk2"/>
                </a:solidFill>
                <a:latin typeface="Libre Franklin"/>
                <a:ea typeface="Libre Franklin"/>
                <a:cs typeface="Libre Franklin"/>
                <a:sym typeface="Libre Franklin"/>
              </a:defRPr>
            </a:lvl4pPr>
            <a:lvl5pPr indent="0" lvl="4" marL="0" marR="0" rtl="0" algn="r">
              <a:spcBef>
                <a:spcPts val="0"/>
              </a:spcBef>
              <a:buNone/>
              <a:defRPr b="0" i="0" sz="1200" u="none" cap="none" strike="noStrike">
                <a:solidFill>
                  <a:schemeClr val="dk2"/>
                </a:solidFill>
                <a:latin typeface="Libre Franklin"/>
                <a:ea typeface="Libre Franklin"/>
                <a:cs typeface="Libre Franklin"/>
                <a:sym typeface="Libre Franklin"/>
              </a:defRPr>
            </a:lvl5pPr>
            <a:lvl6pPr indent="0" lvl="5" marL="0" marR="0" rtl="0" algn="r">
              <a:spcBef>
                <a:spcPts val="0"/>
              </a:spcBef>
              <a:buNone/>
              <a:defRPr b="0" i="0" sz="1200" u="none" cap="none" strike="noStrike">
                <a:solidFill>
                  <a:schemeClr val="dk2"/>
                </a:solidFill>
                <a:latin typeface="Libre Franklin"/>
                <a:ea typeface="Libre Franklin"/>
                <a:cs typeface="Libre Franklin"/>
                <a:sym typeface="Libre Franklin"/>
              </a:defRPr>
            </a:lvl6pPr>
            <a:lvl7pPr indent="0" lvl="6" marL="0" marR="0" rtl="0" algn="r">
              <a:spcBef>
                <a:spcPts val="0"/>
              </a:spcBef>
              <a:buNone/>
              <a:defRPr b="0" i="0" sz="1200" u="none" cap="none" strike="noStrike">
                <a:solidFill>
                  <a:schemeClr val="dk2"/>
                </a:solidFill>
                <a:latin typeface="Libre Franklin"/>
                <a:ea typeface="Libre Franklin"/>
                <a:cs typeface="Libre Franklin"/>
                <a:sym typeface="Libre Franklin"/>
              </a:defRPr>
            </a:lvl7pPr>
            <a:lvl8pPr indent="0" lvl="7" marL="0" marR="0" rtl="0" algn="r">
              <a:spcBef>
                <a:spcPts val="0"/>
              </a:spcBef>
              <a:buNone/>
              <a:defRPr b="0" i="0" sz="1200" u="none" cap="none" strike="noStrike">
                <a:solidFill>
                  <a:schemeClr val="dk2"/>
                </a:solidFill>
                <a:latin typeface="Libre Franklin"/>
                <a:ea typeface="Libre Franklin"/>
                <a:cs typeface="Libre Franklin"/>
                <a:sym typeface="Libre Franklin"/>
              </a:defRPr>
            </a:lvl8pPr>
            <a:lvl9pPr indent="0" lvl="8" marL="0" marR="0" rtl="0" algn="r">
              <a:spcBef>
                <a:spcPts val="0"/>
              </a:spcBef>
              <a:buNone/>
              <a:defRPr b="0" i="0" sz="1200" u="none" cap="none" strike="noStrike">
                <a:solidFill>
                  <a:schemeClr val="dk2"/>
                </a:solidFill>
                <a:latin typeface="Libre Franklin"/>
                <a:ea typeface="Libre Franklin"/>
                <a:cs typeface="Libre Franklin"/>
                <a:sym typeface="Libre Franklin"/>
              </a:defRPr>
            </a:lvl9pPr>
          </a:lstStyle>
          <a:p>
            <a:pPr indent="0" lvl="0" marL="0" rtl="0" algn="r">
              <a:spcBef>
                <a:spcPts val="0"/>
              </a:spcBef>
              <a:spcAft>
                <a:spcPts val="0"/>
              </a:spcAft>
              <a:buNone/>
            </a:pPr>
            <a:fld id="{00000000-1234-1234-1234-123412341234}" type="slidenum">
              <a:rPr lang="en-IN"/>
              <a:t>‹#›</a:t>
            </a:fld>
            <a:endParaRPr/>
          </a:p>
        </p:txBody>
      </p:sp>
      <p:sp>
        <p:nvSpPr>
          <p:cNvPr id="11" name="Google Shape;11;p23" title="Side bar"/>
          <p:cNvSpPr/>
          <p:nvPr/>
        </p:nvSpPr>
        <p:spPr>
          <a:xfrm>
            <a:off x="478095" y="376"/>
            <a:ext cx="228600" cy="6858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368">
          <p15:clr>
            <a:srgbClr val="F26B43"/>
          </p15:clr>
        </p15:guide>
        <p15:guide id="2" orient="horz" pos="1440">
          <p15:clr>
            <a:srgbClr val="F26B43"/>
          </p15:clr>
        </p15:guide>
        <p15:guide id="3" orient="horz" pos="3696">
          <p15:clr>
            <a:srgbClr val="F26B43"/>
          </p15:clr>
        </p15:guide>
        <p15:guide id="4" orient="horz" pos="432">
          <p15:clr>
            <a:srgbClr val="F26B43"/>
          </p15:clr>
        </p15:guide>
        <p15:guide id="5" orient="horz" pos="1512">
          <p15:clr>
            <a:srgbClr val="F26B43"/>
          </p15:clr>
        </p15:guide>
        <p15:guide id="6" pos="6912">
          <p15:clr>
            <a:srgbClr val="F26B43"/>
          </p15:clr>
        </p15:guide>
        <p15:guide id="7" pos="936">
          <p15:clr>
            <a:srgbClr val="F26B43"/>
          </p15:clr>
        </p15:guide>
        <p15:guide id="8"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vmlDrawing" Target="../drawings/vmlDrawing1.vml"/><Relationship Id="rId4" Type="http://schemas.openxmlformats.org/officeDocument/2006/relationships/package" Target="../embeddings/Microsoft_Excel_Sheet1.xlsx"/><Relationship Id="rId5" Type="http://schemas.openxmlformats.org/officeDocument/2006/relationships/package" Target="../embeddings/Microsoft_Excel_Sheet1.xlsx"/><Relationship Id="rId6"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vmlDrawing" Target="../drawings/vmlDrawing2.vml"/><Relationship Id="rId4" Type="http://schemas.openxmlformats.org/officeDocument/2006/relationships/package" Target="../embeddings/Microsoft_Excel_Sheet2.xlsx"/><Relationship Id="rId5" Type="http://schemas.openxmlformats.org/officeDocument/2006/relationships/package" Target="../embeddings/Microsoft_Excel_Sheet2.xlsx"/><Relationship Id="rId6"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vmlDrawing" Target="../drawings/vmlDrawing3.vml"/><Relationship Id="rId4" Type="http://schemas.openxmlformats.org/officeDocument/2006/relationships/package" Target="../embeddings/Microsoft_Excel_Sheet3.xlsx"/><Relationship Id="rId5" Type="http://schemas.openxmlformats.org/officeDocument/2006/relationships/package" Target="../embeddings/Microsoft_Excel_Sheet3.xlsx"/><Relationship Id="rId6"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
          <p:cNvSpPr txBox="1"/>
          <p:nvPr>
            <p:ph type="ctrTitle"/>
          </p:nvPr>
        </p:nvSpPr>
        <p:spPr>
          <a:xfrm>
            <a:off x="1915128" y="1788454"/>
            <a:ext cx="8361229" cy="2098226"/>
          </a:xfrm>
          <a:prstGeom prst="rect">
            <a:avLst/>
          </a:prstGeom>
          <a:noFill/>
          <a:ln>
            <a:noFill/>
          </a:ln>
        </p:spPr>
        <p:txBody>
          <a:bodyPr anchorCtr="0" anchor="b" bIns="45700" lIns="91425" spcFirstLastPara="1" rIns="91425" wrap="square" tIns="45700">
            <a:noAutofit/>
          </a:bodyPr>
          <a:lstStyle/>
          <a:p>
            <a:pPr indent="0" lvl="0" marL="0" rtl="0" algn="ctr">
              <a:lnSpc>
                <a:spcPct val="120000"/>
              </a:lnSpc>
              <a:spcBef>
                <a:spcPts val="0"/>
              </a:spcBef>
              <a:spcAft>
                <a:spcPts val="0"/>
              </a:spcAft>
              <a:buClr>
                <a:schemeClr val="dk2"/>
              </a:buClr>
              <a:buSzPts val="2400"/>
              <a:buFont typeface="Bell MT"/>
              <a:buNone/>
            </a:pPr>
            <a:r>
              <a:rPr b="1" lang="en-IN" sz="2400" u="sng">
                <a:latin typeface="Bell MT"/>
                <a:ea typeface="Bell MT"/>
                <a:cs typeface="Bell MT"/>
                <a:sym typeface="Bell MT"/>
              </a:rPr>
              <a:t>PROJECT -3</a:t>
            </a:r>
            <a:br>
              <a:rPr lang="en-IN" sz="2400">
                <a:latin typeface="Century Gothic"/>
                <a:ea typeface="Century Gothic"/>
                <a:cs typeface="Century Gothic"/>
                <a:sym typeface="Century Gothic"/>
              </a:rPr>
            </a:br>
            <a:r>
              <a:rPr b="1" lang="en-IN" sz="2400" u="sng">
                <a:latin typeface="Bell MT"/>
                <a:ea typeface="Bell MT"/>
                <a:cs typeface="Bell MT"/>
                <a:sym typeface="Bell MT"/>
              </a:rPr>
              <a:t>OPERATION ANALYTICS AND INVESTIGATING METRIC SPIKE</a:t>
            </a:r>
            <a:br>
              <a:rPr lang="en-IN" sz="2400">
                <a:latin typeface="Century Gothic"/>
                <a:ea typeface="Century Gothic"/>
                <a:cs typeface="Century Gothic"/>
                <a:sym typeface="Century Gothic"/>
              </a:rPr>
            </a:br>
            <a:endParaRPr sz="24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
          <p:cNvSpPr txBox="1"/>
          <p:nvPr/>
        </p:nvSpPr>
        <p:spPr>
          <a:xfrm>
            <a:off x="934065" y="373626"/>
            <a:ext cx="10854812" cy="480131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Libre Franklin"/>
              <a:buNone/>
            </a:pPr>
            <a:r>
              <a:t/>
            </a:r>
            <a:endParaRPr b="1" i="0" sz="2400" u="sng" cap="none" strike="noStrike">
              <a:solidFill>
                <a:schemeClr val="dk1"/>
              </a:solidFill>
              <a:latin typeface="Bell MT"/>
              <a:ea typeface="Bell MT"/>
              <a:cs typeface="Bell MT"/>
              <a:sym typeface="Bell MT"/>
            </a:endParaRPr>
          </a:p>
          <a:p>
            <a:pPr indent="0" lvl="0" marL="0" marR="0" rtl="0" algn="ctr">
              <a:lnSpc>
                <a:spcPct val="100000"/>
              </a:lnSpc>
              <a:spcBef>
                <a:spcPts val="0"/>
              </a:spcBef>
              <a:spcAft>
                <a:spcPts val="0"/>
              </a:spcAft>
              <a:buClr>
                <a:schemeClr val="dk1"/>
              </a:buClr>
              <a:buSzPts val="1800"/>
              <a:buFont typeface="Libre Franklin"/>
              <a:buNone/>
            </a:pPr>
            <a:r>
              <a:t/>
            </a:r>
            <a:endParaRPr b="1" i="0" sz="1800" u="sng" cap="none" strike="noStrike">
              <a:solidFill>
                <a:schemeClr val="dk1"/>
              </a:solidFill>
              <a:latin typeface="Bell MT"/>
              <a:ea typeface="Bell MT"/>
              <a:cs typeface="Bell MT"/>
              <a:sym typeface="Bell MT"/>
            </a:endParaRPr>
          </a:p>
          <a:p>
            <a:pPr indent="0" lvl="0" marL="0" marR="0" rtl="0" algn="ctr">
              <a:lnSpc>
                <a:spcPct val="100000"/>
              </a:lnSpc>
              <a:spcBef>
                <a:spcPts val="0"/>
              </a:spcBef>
              <a:spcAft>
                <a:spcPts val="0"/>
              </a:spcAft>
              <a:buClr>
                <a:schemeClr val="dk1"/>
              </a:buClr>
              <a:buSzPts val="2400"/>
              <a:buFont typeface="Bell MT"/>
              <a:buNone/>
            </a:pPr>
            <a:r>
              <a:rPr b="1" i="0" lang="en-IN" sz="2400" u="sng" cap="none" strike="noStrike">
                <a:solidFill>
                  <a:schemeClr val="dk1"/>
                </a:solidFill>
                <a:latin typeface="Bell MT"/>
                <a:ea typeface="Bell MT"/>
                <a:cs typeface="Bell MT"/>
                <a:sym typeface="Bell MT"/>
              </a:rPr>
              <a:t>Project description</a:t>
            </a:r>
            <a:endParaRPr/>
          </a:p>
          <a:p>
            <a:pPr indent="0" lvl="0" marL="0" marR="0" rtl="0" algn="ctr">
              <a:lnSpc>
                <a:spcPct val="100000"/>
              </a:lnSpc>
              <a:spcBef>
                <a:spcPts val="0"/>
              </a:spcBef>
              <a:spcAft>
                <a:spcPts val="0"/>
              </a:spcAft>
              <a:buClr>
                <a:schemeClr val="dk1"/>
              </a:buClr>
              <a:buSzPts val="2400"/>
              <a:buFont typeface="Libre Franklin"/>
              <a:buNone/>
            </a:pPr>
            <a:r>
              <a:t/>
            </a:r>
            <a:endParaRPr b="1" i="0" sz="2400" u="sng" cap="none" strike="noStrike">
              <a:solidFill>
                <a:schemeClr val="dk1"/>
              </a:solidFill>
              <a:latin typeface="Bell MT"/>
              <a:ea typeface="Bell MT"/>
              <a:cs typeface="Bell MT"/>
              <a:sym typeface="Bell MT"/>
            </a:endParaRPr>
          </a:p>
          <a:p>
            <a:pPr indent="0" lvl="0" marL="0" marR="0" rtl="0" algn="just">
              <a:lnSpc>
                <a:spcPct val="100000"/>
              </a:lnSpc>
              <a:spcBef>
                <a:spcPts val="0"/>
              </a:spcBef>
              <a:spcAft>
                <a:spcPts val="0"/>
              </a:spcAft>
              <a:buClr>
                <a:schemeClr val="dk1"/>
              </a:buClr>
              <a:buSzPts val="1800"/>
              <a:buFont typeface="Play"/>
              <a:buNone/>
            </a:pPr>
            <a:r>
              <a:rPr b="0" i="0" lang="en-IN" sz="1800" u="none" cap="none" strike="noStrike">
                <a:solidFill>
                  <a:schemeClr val="dk1"/>
                </a:solidFill>
                <a:latin typeface="Play"/>
                <a:ea typeface="Play"/>
                <a:cs typeface="Play"/>
                <a:sym typeface="Play"/>
              </a:rPr>
              <a:t>Now the title itself describes that analysis of end-to-end operations of any company</a:t>
            </a:r>
            <a:r>
              <a:rPr b="0" i="0" lang="en-IN" sz="1800" u="none" cap="none" strike="noStrike">
                <a:solidFill>
                  <a:schemeClr val="dk1"/>
                </a:solidFill>
                <a:latin typeface="Century Gothic"/>
                <a:ea typeface="Century Gothic"/>
                <a:cs typeface="Century Gothic"/>
                <a:sym typeface="Century Gothic"/>
              </a:rPr>
              <a:t>’</a:t>
            </a:r>
            <a:r>
              <a:rPr b="0" i="0" lang="en-IN" sz="1800" u="none" cap="none" strike="noStrike">
                <a:solidFill>
                  <a:schemeClr val="dk1"/>
                </a:solidFill>
                <a:latin typeface="Play"/>
                <a:ea typeface="Play"/>
                <a:cs typeface="Play"/>
                <a:sym typeface="Play"/>
              </a:rPr>
              <a:t>s as well as investigating metric spikes</a:t>
            </a:r>
            <a:endParaRPr b="0" i="0" sz="1000" u="none" cap="none" strike="noStrike">
              <a:solidFill>
                <a:schemeClr val="dk1"/>
              </a:solidFill>
              <a:latin typeface="Libre Franklin"/>
              <a:ea typeface="Libre Franklin"/>
              <a:cs typeface="Libre Franklin"/>
              <a:sym typeface="Libre Franklin"/>
            </a:endParaRPr>
          </a:p>
          <a:p>
            <a:pPr indent="0" lvl="0" marL="0" marR="0" rtl="0" algn="just">
              <a:lnSpc>
                <a:spcPct val="100000"/>
              </a:lnSpc>
              <a:spcBef>
                <a:spcPts val="0"/>
              </a:spcBef>
              <a:spcAft>
                <a:spcPts val="0"/>
              </a:spcAft>
              <a:buClr>
                <a:schemeClr val="dk1"/>
              </a:buClr>
              <a:buSzPts val="1800"/>
              <a:buFont typeface="Play"/>
              <a:buNone/>
            </a:pPr>
            <a:r>
              <a:rPr b="0" i="0" lang="en-IN" sz="1800" u="none" cap="none" strike="noStrike">
                <a:solidFill>
                  <a:schemeClr val="dk1"/>
                </a:solidFill>
                <a:latin typeface="Play"/>
                <a:ea typeface="Play"/>
                <a:cs typeface="Play"/>
                <a:sym typeface="Play"/>
              </a:rPr>
              <a:t>In this project, if I take up a role of a Lead Data Analyst at a company. I'll be provided with various datasets and tables, and my task will be to derive insights from this data to answer questions posed by different departments within the company. my goal is to use advanced SQL skills to analyze the data and provide valuable insights that can help improve the company’s operations and understand sudden changes in key metrics. The goal of operational analysis is to identify areas of improvement, optimize workflows, reduce costs, enhance productivity, </a:t>
            </a:r>
            <a:endParaRPr/>
          </a:p>
          <a:p>
            <a:pPr indent="0" lvl="0" marL="0" marR="0" rtl="0" algn="just">
              <a:lnSpc>
                <a:spcPct val="100000"/>
              </a:lnSpc>
              <a:spcBef>
                <a:spcPts val="0"/>
              </a:spcBef>
              <a:spcAft>
                <a:spcPts val="0"/>
              </a:spcAft>
              <a:buClr>
                <a:schemeClr val="dk1"/>
              </a:buClr>
              <a:buSzPts val="1800"/>
              <a:buFont typeface="Play"/>
              <a:buNone/>
            </a:pPr>
            <a:r>
              <a:rPr b="0" i="0" lang="en-IN" sz="1800" u="none" cap="none" strike="noStrike">
                <a:solidFill>
                  <a:schemeClr val="dk1"/>
                </a:solidFill>
                <a:latin typeface="Play"/>
                <a:ea typeface="Play"/>
                <a:cs typeface="Play"/>
                <a:sym typeface="Play"/>
              </a:rPr>
              <a:t>and ensure that resources are being used effectively.</a:t>
            </a:r>
            <a:endParaRPr b="0" i="0" sz="1000" u="none" cap="none" strike="noStrike">
              <a:solidFill>
                <a:schemeClr val="dk1"/>
              </a:solidFill>
              <a:latin typeface="Libre Franklin"/>
              <a:ea typeface="Libre Franklin"/>
              <a:cs typeface="Libre Franklin"/>
              <a:sym typeface="Libre Franklin"/>
            </a:endParaRPr>
          </a:p>
          <a:p>
            <a:pPr indent="0" lvl="0" marL="0" marR="0" rtl="0" algn="just">
              <a:lnSpc>
                <a:spcPct val="100000"/>
              </a:lnSpc>
              <a:spcBef>
                <a:spcPts val="0"/>
              </a:spcBef>
              <a:spcAft>
                <a:spcPts val="0"/>
              </a:spcAft>
              <a:buClr>
                <a:schemeClr val="dk1"/>
              </a:buClr>
              <a:buSzPts val="1800"/>
              <a:buFont typeface="Play"/>
              <a:buNone/>
            </a:pPr>
            <a:r>
              <a:rPr b="0" i="0" lang="en-IN" sz="1800" u="none" cap="none" strike="noStrike">
                <a:solidFill>
                  <a:schemeClr val="dk1"/>
                </a:solidFill>
                <a:latin typeface="Play"/>
                <a:ea typeface="Play"/>
                <a:cs typeface="Play"/>
                <a:sym typeface="Play"/>
              </a:rPr>
              <a:t>And When investigating metric spikes within a company, our priority is on identifying sudden and unexplained increases or even decreases in key performance indicators that could affect business operations, performance or customer experience.</a:t>
            </a:r>
            <a:endParaRPr b="0" i="0" sz="2400" u="none" cap="none" strike="noStrike">
              <a:solidFill>
                <a:schemeClr val="dk1"/>
              </a:solidFill>
              <a:latin typeface="Arial"/>
              <a:ea typeface="Arial"/>
              <a:cs typeface="Arial"/>
              <a:sym typeface="Arial"/>
            </a:endParaRPr>
          </a:p>
          <a:p>
            <a:pPr indent="0" lvl="0" marL="0" marR="0" rtl="0" algn="l">
              <a:spcBef>
                <a:spcPts val="0"/>
              </a:spcBef>
              <a:spcAft>
                <a:spcPts val="0"/>
              </a:spcAft>
              <a:buNone/>
            </a:pPr>
            <a:r>
              <a:t/>
            </a:r>
            <a:endParaRPr sz="1800">
              <a:solidFill>
                <a:schemeClr val="dk1"/>
              </a:solidFill>
              <a:latin typeface="Libre Franklin"/>
              <a:ea typeface="Libre Franklin"/>
              <a:cs typeface="Libre Franklin"/>
              <a:sym typeface="Libre Frankli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3"/>
          <p:cNvSpPr txBox="1"/>
          <p:nvPr/>
        </p:nvSpPr>
        <p:spPr>
          <a:xfrm>
            <a:off x="924232" y="314632"/>
            <a:ext cx="11061291" cy="5844677"/>
          </a:xfrm>
          <a:prstGeom prst="rect">
            <a:avLst/>
          </a:prstGeom>
          <a:noFill/>
          <a:ln>
            <a:noFill/>
          </a:ln>
        </p:spPr>
        <p:txBody>
          <a:bodyPr anchorCtr="0" anchor="t" bIns="45700" lIns="91425" spcFirstLastPara="1" rIns="91425" wrap="square" tIns="45700">
            <a:spAutoFit/>
          </a:bodyPr>
          <a:lstStyle/>
          <a:p>
            <a:pPr indent="0" lvl="0" marL="0" marR="0" rtl="0" algn="ctr">
              <a:lnSpc>
                <a:spcPct val="120000"/>
              </a:lnSpc>
              <a:spcBef>
                <a:spcPts val="0"/>
              </a:spcBef>
              <a:spcAft>
                <a:spcPts val="0"/>
              </a:spcAft>
              <a:buNone/>
            </a:pPr>
            <a:r>
              <a:rPr b="1" lang="en-IN" sz="1800" u="sng">
                <a:solidFill>
                  <a:schemeClr val="dk1"/>
                </a:solidFill>
                <a:latin typeface="Bell MT"/>
                <a:ea typeface="Bell MT"/>
                <a:cs typeface="Bell MT"/>
                <a:sym typeface="Bell MT"/>
              </a:rPr>
              <a:t>My approach:</a:t>
            </a:r>
            <a:endParaRPr sz="1800">
              <a:solidFill>
                <a:schemeClr val="dk1"/>
              </a:solidFill>
              <a:latin typeface="Century Gothic"/>
              <a:ea typeface="Century Gothic"/>
              <a:cs typeface="Century Gothic"/>
              <a:sym typeface="Century Gothic"/>
            </a:endParaRPr>
          </a:p>
          <a:p>
            <a:pPr indent="0" lvl="0" marL="0" marR="0" rtl="0" algn="just">
              <a:lnSpc>
                <a:spcPct val="120000"/>
              </a:lnSpc>
              <a:spcBef>
                <a:spcPts val="1000"/>
              </a:spcBef>
              <a:spcAft>
                <a:spcPts val="0"/>
              </a:spcAft>
              <a:buNone/>
            </a:pPr>
            <a:r>
              <a:rPr lang="en-IN" sz="1800">
                <a:solidFill>
                  <a:schemeClr val="dk1"/>
                </a:solidFill>
                <a:latin typeface="Play"/>
                <a:ea typeface="Play"/>
                <a:cs typeface="Play"/>
                <a:sym typeface="Play"/>
              </a:rPr>
              <a:t>I’m dealing this project as if I’m the lead Data analyst so I’ve balanced out all of mine approaches and picked my best approach which is to solve it as by step -by step process which includes</a:t>
            </a:r>
            <a:endParaRPr sz="1800">
              <a:solidFill>
                <a:schemeClr val="dk1"/>
              </a:solidFill>
              <a:latin typeface="Century Gothic"/>
              <a:ea typeface="Century Gothic"/>
              <a:cs typeface="Century Gothic"/>
              <a:sym typeface="Century Gothic"/>
            </a:endParaRPr>
          </a:p>
          <a:p>
            <a:pPr indent="0" lvl="0" marL="0" marR="0" rtl="0" algn="just">
              <a:lnSpc>
                <a:spcPct val="120000"/>
              </a:lnSpc>
              <a:spcBef>
                <a:spcPts val="1000"/>
              </a:spcBef>
              <a:spcAft>
                <a:spcPts val="0"/>
              </a:spcAft>
              <a:buNone/>
            </a:pPr>
            <a:r>
              <a:rPr lang="en-IN" sz="1800">
                <a:solidFill>
                  <a:schemeClr val="dk1"/>
                </a:solidFill>
                <a:latin typeface="Play"/>
                <a:ea typeface="Play"/>
                <a:cs typeface="Play"/>
                <a:sym typeface="Play"/>
              </a:rPr>
              <a:t>1-identifying and confirming the problem</a:t>
            </a:r>
            <a:endParaRPr sz="1800">
              <a:solidFill>
                <a:schemeClr val="dk1"/>
              </a:solidFill>
              <a:latin typeface="Century Gothic"/>
              <a:ea typeface="Century Gothic"/>
              <a:cs typeface="Century Gothic"/>
              <a:sym typeface="Century Gothic"/>
            </a:endParaRPr>
          </a:p>
          <a:p>
            <a:pPr indent="0" lvl="0" marL="0" marR="0" rtl="0" algn="just">
              <a:lnSpc>
                <a:spcPct val="120000"/>
              </a:lnSpc>
              <a:spcBef>
                <a:spcPts val="1000"/>
              </a:spcBef>
              <a:spcAft>
                <a:spcPts val="0"/>
              </a:spcAft>
              <a:buNone/>
            </a:pPr>
            <a:r>
              <a:rPr lang="en-IN" sz="1800">
                <a:solidFill>
                  <a:schemeClr val="dk1"/>
                </a:solidFill>
                <a:latin typeface="Play"/>
                <a:ea typeface="Play"/>
                <a:cs typeface="Play"/>
                <a:sym typeface="Play"/>
              </a:rPr>
              <a:t>2-comparing current metrics with historical data to know, Is it a normal update fluctuation or else something need to be fixed in any department</a:t>
            </a:r>
            <a:endParaRPr sz="1800">
              <a:solidFill>
                <a:schemeClr val="dk1"/>
              </a:solidFill>
              <a:latin typeface="Century Gothic"/>
              <a:ea typeface="Century Gothic"/>
              <a:cs typeface="Century Gothic"/>
              <a:sym typeface="Century Gothic"/>
            </a:endParaRPr>
          </a:p>
          <a:p>
            <a:pPr indent="0" lvl="0" marL="0" marR="0" rtl="0" algn="just">
              <a:lnSpc>
                <a:spcPct val="120000"/>
              </a:lnSpc>
              <a:spcBef>
                <a:spcPts val="1000"/>
              </a:spcBef>
              <a:spcAft>
                <a:spcPts val="0"/>
              </a:spcAft>
              <a:buNone/>
            </a:pPr>
            <a:r>
              <a:rPr lang="en-IN" sz="1800">
                <a:solidFill>
                  <a:schemeClr val="dk1"/>
                </a:solidFill>
                <a:latin typeface="Play"/>
                <a:ea typeface="Play"/>
                <a:cs typeface="Play"/>
                <a:sym typeface="Play"/>
              </a:rPr>
              <a:t>3-To also know the spike occurrence, it’s just for a phase or is it very often</a:t>
            </a:r>
            <a:endParaRPr sz="1800">
              <a:solidFill>
                <a:schemeClr val="dk1"/>
              </a:solidFill>
              <a:latin typeface="Century Gothic"/>
              <a:ea typeface="Century Gothic"/>
              <a:cs typeface="Century Gothic"/>
              <a:sym typeface="Century Gothic"/>
            </a:endParaRPr>
          </a:p>
          <a:p>
            <a:pPr indent="0" lvl="0" marL="0" marR="0" rtl="0" algn="just">
              <a:lnSpc>
                <a:spcPct val="120000"/>
              </a:lnSpc>
              <a:spcBef>
                <a:spcPts val="1000"/>
              </a:spcBef>
              <a:spcAft>
                <a:spcPts val="0"/>
              </a:spcAft>
              <a:buNone/>
            </a:pPr>
            <a:r>
              <a:rPr lang="en-IN" sz="1800">
                <a:solidFill>
                  <a:schemeClr val="dk1"/>
                </a:solidFill>
                <a:latin typeface="Play"/>
                <a:ea typeface="Play"/>
                <a:cs typeface="Play"/>
                <a:sym typeface="Play"/>
              </a:rPr>
              <a:t>4-Any effects external factors</a:t>
            </a:r>
            <a:endParaRPr sz="1800">
              <a:solidFill>
                <a:schemeClr val="dk1"/>
              </a:solidFill>
              <a:latin typeface="Century Gothic"/>
              <a:ea typeface="Century Gothic"/>
              <a:cs typeface="Century Gothic"/>
              <a:sym typeface="Century Gothic"/>
            </a:endParaRPr>
          </a:p>
          <a:p>
            <a:pPr indent="0" lvl="0" marL="0" marR="0" rtl="0" algn="just">
              <a:lnSpc>
                <a:spcPct val="120000"/>
              </a:lnSpc>
              <a:spcBef>
                <a:spcPts val="1000"/>
              </a:spcBef>
              <a:spcAft>
                <a:spcPts val="0"/>
              </a:spcAft>
              <a:buNone/>
            </a:pPr>
            <a:r>
              <a:rPr lang="en-IN" sz="1800">
                <a:solidFill>
                  <a:schemeClr val="dk1"/>
                </a:solidFill>
                <a:latin typeface="Play"/>
                <a:ea typeface="Play"/>
                <a:cs typeface="Play"/>
                <a:sym typeface="Play"/>
              </a:rPr>
              <a:t>5-Performing root cause if needed and looking out for errors</a:t>
            </a:r>
            <a:endParaRPr sz="1800">
              <a:solidFill>
                <a:schemeClr val="dk1"/>
              </a:solidFill>
              <a:latin typeface="Century Gothic"/>
              <a:ea typeface="Century Gothic"/>
              <a:cs typeface="Century Gothic"/>
              <a:sym typeface="Century Gothic"/>
            </a:endParaRPr>
          </a:p>
          <a:p>
            <a:pPr indent="0" lvl="0" marL="0" marR="0" rtl="0" algn="just">
              <a:lnSpc>
                <a:spcPct val="120000"/>
              </a:lnSpc>
              <a:spcBef>
                <a:spcPts val="1000"/>
              </a:spcBef>
              <a:spcAft>
                <a:spcPts val="0"/>
              </a:spcAft>
              <a:buNone/>
            </a:pPr>
            <a:r>
              <a:rPr lang="en-IN" sz="1800">
                <a:solidFill>
                  <a:schemeClr val="dk1"/>
                </a:solidFill>
                <a:latin typeface="Play"/>
                <a:ea typeface="Play"/>
                <a:cs typeface="Play"/>
                <a:sym typeface="Play"/>
              </a:rPr>
              <a:t>6-Also checking if the spike effected any internal resources, processes &amp; systems and it is important to know is it a short term or long-term spike which needs to be fixed, basically to find out underlying issue</a:t>
            </a:r>
            <a:endParaRPr sz="1800">
              <a:solidFill>
                <a:schemeClr val="dk1"/>
              </a:solidFill>
              <a:latin typeface="Century Gothic"/>
              <a:ea typeface="Century Gothic"/>
              <a:cs typeface="Century Gothic"/>
              <a:sym typeface="Century Gothic"/>
            </a:endParaRPr>
          </a:p>
          <a:p>
            <a:pPr indent="0" lvl="0" marL="0" marR="0" rtl="0" algn="just">
              <a:lnSpc>
                <a:spcPct val="120000"/>
              </a:lnSpc>
              <a:spcBef>
                <a:spcPts val="1000"/>
              </a:spcBef>
              <a:spcAft>
                <a:spcPts val="0"/>
              </a:spcAft>
              <a:buNone/>
            </a:pPr>
            <a:r>
              <a:rPr lang="en-IN" sz="1800">
                <a:solidFill>
                  <a:schemeClr val="dk1"/>
                </a:solidFill>
                <a:latin typeface="Play"/>
                <a:ea typeface="Play"/>
                <a:cs typeface="Play"/>
                <a:sym typeface="Play"/>
              </a:rPr>
              <a:t>7-After all the ways finding out it needs constant monitoring so to make sure no future drastic spikes and also adjusting accordingly as we go through changes</a:t>
            </a:r>
            <a:endParaRPr sz="1800">
              <a:solidFill>
                <a:schemeClr val="dk1"/>
              </a:solidFill>
              <a:latin typeface="Century Gothic"/>
              <a:ea typeface="Century Gothic"/>
              <a:cs typeface="Century Gothic"/>
              <a:sym typeface="Century Gothic"/>
            </a:endParaRPr>
          </a:p>
          <a:p>
            <a:pPr indent="0" lvl="0" marL="0" marR="0" rtl="0" algn="l">
              <a:spcBef>
                <a:spcPts val="1000"/>
              </a:spcBef>
              <a:spcAft>
                <a:spcPts val="0"/>
              </a:spcAft>
              <a:buNone/>
            </a:pPr>
            <a:r>
              <a:t/>
            </a:r>
            <a:endParaRPr sz="1800">
              <a:solidFill>
                <a:schemeClr val="dk1"/>
              </a:solidFill>
              <a:latin typeface="Libre Franklin"/>
              <a:ea typeface="Libre Franklin"/>
              <a:cs typeface="Libre Franklin"/>
              <a:sym typeface="Libre Frankli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4"/>
          <p:cNvSpPr txBox="1"/>
          <p:nvPr/>
        </p:nvSpPr>
        <p:spPr>
          <a:xfrm>
            <a:off x="924232" y="206477"/>
            <a:ext cx="10609007" cy="6917791"/>
          </a:xfrm>
          <a:prstGeom prst="rect">
            <a:avLst/>
          </a:prstGeom>
          <a:noFill/>
          <a:ln>
            <a:noFill/>
          </a:ln>
        </p:spPr>
        <p:txBody>
          <a:bodyPr anchorCtr="0" anchor="t" bIns="45700" lIns="91425" spcFirstLastPara="1" rIns="91425" wrap="square" tIns="45700">
            <a:spAutoFit/>
          </a:bodyPr>
          <a:lstStyle/>
          <a:p>
            <a:pPr indent="0" lvl="0" marL="0" marR="0" rtl="0" algn="ctr">
              <a:lnSpc>
                <a:spcPct val="120000"/>
              </a:lnSpc>
              <a:spcBef>
                <a:spcPts val="0"/>
              </a:spcBef>
              <a:spcAft>
                <a:spcPts val="0"/>
              </a:spcAft>
              <a:buNone/>
            </a:pPr>
            <a:r>
              <a:rPr b="1" lang="en-IN" sz="1800" u="sng">
                <a:solidFill>
                  <a:schemeClr val="dk1"/>
                </a:solidFill>
                <a:latin typeface="Bell MT"/>
                <a:ea typeface="Bell MT"/>
                <a:cs typeface="Bell MT"/>
                <a:sym typeface="Bell MT"/>
              </a:rPr>
              <a:t>TECH STACK USED</a:t>
            </a:r>
            <a:endParaRPr b="1" sz="1800" u="sng">
              <a:solidFill>
                <a:schemeClr val="dk1"/>
              </a:solidFill>
              <a:latin typeface="Century Gothic"/>
              <a:ea typeface="Century Gothic"/>
              <a:cs typeface="Century Gothic"/>
              <a:sym typeface="Century Gothic"/>
            </a:endParaRPr>
          </a:p>
          <a:p>
            <a:pPr indent="0" lvl="0" marL="0" marR="0" rtl="0" algn="ctr">
              <a:lnSpc>
                <a:spcPct val="120000"/>
              </a:lnSpc>
              <a:spcBef>
                <a:spcPts val="1000"/>
              </a:spcBef>
              <a:spcAft>
                <a:spcPts val="0"/>
              </a:spcAft>
              <a:buNone/>
            </a:pPr>
            <a:r>
              <a:rPr lang="en-IN" sz="1800">
                <a:solidFill>
                  <a:schemeClr val="dk1"/>
                </a:solidFill>
                <a:latin typeface="Play"/>
                <a:ea typeface="Play"/>
                <a:cs typeface="Play"/>
                <a:sym typeface="Play"/>
              </a:rPr>
              <a:t>For this project I’ve used MYSQL WORKBENCH as it is a best tool for managing all mysql databases and it has many features to make coding easier.</a:t>
            </a:r>
            <a:endParaRPr sz="1800">
              <a:solidFill>
                <a:schemeClr val="dk1"/>
              </a:solidFill>
              <a:latin typeface="Century Gothic"/>
              <a:ea typeface="Century Gothic"/>
              <a:cs typeface="Century Gothic"/>
              <a:sym typeface="Century Gothic"/>
            </a:endParaRPr>
          </a:p>
          <a:p>
            <a:pPr indent="0" lvl="0" marL="0" marR="0" rtl="0" algn="ctr">
              <a:lnSpc>
                <a:spcPct val="120000"/>
              </a:lnSpc>
              <a:spcBef>
                <a:spcPts val="1000"/>
              </a:spcBef>
              <a:spcAft>
                <a:spcPts val="0"/>
              </a:spcAft>
              <a:buNone/>
            </a:pPr>
            <a:r>
              <a:rPr lang="en-IN" sz="1800">
                <a:solidFill>
                  <a:schemeClr val="dk1"/>
                </a:solidFill>
                <a:latin typeface="Play"/>
                <a:ea typeface="Play"/>
                <a:cs typeface="Play"/>
                <a:sym typeface="Play"/>
              </a:rPr>
              <a:t>The main purpose for using mysql workbench in this project because of usage of different commands &amp; their execution, cause my favourite feature about using it would be having backups and also identifying and letting us know our errors clearly, also managing data and data manipulating and the list goes on..</a:t>
            </a:r>
            <a:endParaRPr sz="18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b="1" lang="en-IN" sz="1800">
                <a:solidFill>
                  <a:schemeClr val="dk1"/>
                </a:solidFill>
                <a:latin typeface="Bell MT"/>
                <a:ea typeface="Bell MT"/>
                <a:cs typeface="Bell MT"/>
                <a:sym typeface="Bell MT"/>
              </a:rPr>
              <a:t> </a:t>
            </a:r>
            <a:r>
              <a:rPr lang="en-IN" sz="1800">
                <a:solidFill>
                  <a:schemeClr val="dk1"/>
                </a:solidFill>
                <a:latin typeface="Century Gothic"/>
                <a:ea typeface="Century Gothic"/>
                <a:cs typeface="Century Gothic"/>
                <a:sym typeface="Century Gothic"/>
              </a:rPr>
              <a:t>                                                                    </a:t>
            </a:r>
            <a:r>
              <a:rPr b="1" lang="en-IN" sz="1800" u="sng">
                <a:solidFill>
                  <a:schemeClr val="dk1"/>
                </a:solidFill>
                <a:latin typeface="Bell MT"/>
                <a:ea typeface="Bell MT"/>
                <a:cs typeface="Bell MT"/>
                <a:sym typeface="Bell MT"/>
              </a:rPr>
              <a:t>INSIGHTS</a:t>
            </a:r>
            <a:endParaRPr sz="1800">
              <a:solidFill>
                <a:schemeClr val="dk1"/>
              </a:solidFill>
              <a:latin typeface="Century Gothic"/>
              <a:ea typeface="Century Gothic"/>
              <a:cs typeface="Century Gothic"/>
              <a:sym typeface="Century Gothic"/>
            </a:endParaRPr>
          </a:p>
          <a:p>
            <a:pPr indent="0" lvl="0" marL="0" marR="0" rtl="0" algn="just">
              <a:lnSpc>
                <a:spcPct val="120000"/>
              </a:lnSpc>
              <a:spcBef>
                <a:spcPts val="1000"/>
              </a:spcBef>
              <a:spcAft>
                <a:spcPts val="0"/>
              </a:spcAft>
              <a:buNone/>
            </a:pPr>
            <a:r>
              <a:rPr lang="en-IN" sz="1800">
                <a:solidFill>
                  <a:schemeClr val="dk1"/>
                </a:solidFill>
                <a:latin typeface="Play"/>
                <a:ea typeface="Play"/>
                <a:cs typeface="Play"/>
                <a:sym typeface="Play"/>
              </a:rPr>
              <a:t>The whole project summarizing has to be my best part cause just by going through insights anyone would understand the main purpose, process, result   &amp;conclusion of project</a:t>
            </a:r>
            <a:endParaRPr sz="1800">
              <a:solidFill>
                <a:schemeClr val="dk1"/>
              </a:solidFill>
              <a:latin typeface="Century Gothic"/>
              <a:ea typeface="Century Gothic"/>
              <a:cs typeface="Century Gothic"/>
              <a:sym typeface="Century Gothic"/>
            </a:endParaRPr>
          </a:p>
          <a:p>
            <a:pPr indent="0" lvl="0" marL="0" marR="0" rtl="0" algn="just">
              <a:lnSpc>
                <a:spcPct val="120000"/>
              </a:lnSpc>
              <a:spcBef>
                <a:spcPts val="1000"/>
              </a:spcBef>
              <a:spcAft>
                <a:spcPts val="0"/>
              </a:spcAft>
              <a:buNone/>
            </a:pPr>
            <a:r>
              <a:rPr lang="en-IN" sz="1800">
                <a:solidFill>
                  <a:schemeClr val="dk1"/>
                </a:solidFill>
                <a:latin typeface="Play"/>
                <a:ea typeface="Play"/>
                <a:cs typeface="Play"/>
                <a:sym typeface="Play"/>
              </a:rPr>
              <a:t>So here are my own key insights:</a:t>
            </a:r>
            <a:endParaRPr sz="1800">
              <a:solidFill>
                <a:schemeClr val="dk1"/>
              </a:solidFill>
              <a:latin typeface="Century Gothic"/>
              <a:ea typeface="Century Gothic"/>
              <a:cs typeface="Century Gothic"/>
              <a:sym typeface="Century Gothic"/>
            </a:endParaRPr>
          </a:p>
          <a:p>
            <a:pPr indent="-342900" lvl="0" marL="342900" marR="0" rtl="0" algn="just">
              <a:lnSpc>
                <a:spcPct val="120000"/>
              </a:lnSpc>
              <a:spcBef>
                <a:spcPts val="1000"/>
              </a:spcBef>
              <a:spcAft>
                <a:spcPts val="0"/>
              </a:spcAft>
              <a:buClr>
                <a:schemeClr val="dk1"/>
              </a:buClr>
              <a:buSzPts val="1800"/>
              <a:buFont typeface="Noto Sans Symbols"/>
              <a:buChar char="∙"/>
            </a:pPr>
            <a:r>
              <a:rPr lang="en-IN" sz="1800">
                <a:solidFill>
                  <a:schemeClr val="dk1"/>
                </a:solidFill>
                <a:latin typeface="Play"/>
                <a:ea typeface="Play"/>
                <a:cs typeface="Play"/>
                <a:sym typeface="Play"/>
              </a:rPr>
              <a:t>Firstly, I’ve acknowledged different perspectives when dealing with company’s different operations how one thing could affect the process and be able find out the issue and fixing it out and also need of constant analysing to know when spikes are increasing/decreasing</a:t>
            </a:r>
            <a:endParaRPr sz="1800">
              <a:solidFill>
                <a:schemeClr val="dk1"/>
              </a:solidFill>
              <a:latin typeface="Century Gothic"/>
              <a:ea typeface="Century Gothic"/>
              <a:cs typeface="Century Gothic"/>
              <a:sym typeface="Century Gothic"/>
            </a:endParaRPr>
          </a:p>
          <a:p>
            <a:pPr indent="-342900" lvl="0" marL="342900" marR="0" rtl="0" algn="just">
              <a:lnSpc>
                <a:spcPct val="120000"/>
              </a:lnSpc>
              <a:spcBef>
                <a:spcPts val="0"/>
              </a:spcBef>
              <a:spcAft>
                <a:spcPts val="0"/>
              </a:spcAft>
              <a:buClr>
                <a:schemeClr val="dk1"/>
              </a:buClr>
              <a:buSzPts val="1800"/>
              <a:buFont typeface="Noto Sans Symbols"/>
              <a:buChar char="∙"/>
            </a:pPr>
            <a:r>
              <a:rPr lang="en-IN" sz="1800">
                <a:solidFill>
                  <a:schemeClr val="dk1"/>
                </a:solidFill>
                <a:latin typeface="Play"/>
                <a:ea typeface="Play"/>
                <a:cs typeface="Play"/>
                <a:sym typeface="Play"/>
              </a:rPr>
              <a:t>Now when it comes to performing queries, I’ve personally enhanced mysql skills </a:t>
            </a:r>
            <a:endParaRPr sz="1800">
              <a:solidFill>
                <a:schemeClr val="dk1"/>
              </a:solidFill>
              <a:latin typeface="Century Gothic"/>
              <a:ea typeface="Century Gothic"/>
              <a:cs typeface="Century Gothic"/>
              <a:sym typeface="Century Gothic"/>
            </a:endParaRPr>
          </a:p>
          <a:p>
            <a:pPr indent="-342900" lvl="0" marL="342900" marR="0" rtl="0" algn="just">
              <a:lnSpc>
                <a:spcPct val="120000"/>
              </a:lnSpc>
              <a:spcBef>
                <a:spcPts val="0"/>
              </a:spcBef>
              <a:spcAft>
                <a:spcPts val="0"/>
              </a:spcAft>
              <a:buClr>
                <a:schemeClr val="dk1"/>
              </a:buClr>
              <a:buSzPts val="1800"/>
              <a:buFont typeface="Noto Sans Symbols"/>
              <a:buChar char="∙"/>
            </a:pPr>
            <a:r>
              <a:rPr lang="en-IN" sz="1800">
                <a:solidFill>
                  <a:schemeClr val="dk1"/>
                </a:solidFill>
                <a:latin typeface="Play"/>
                <a:ea typeface="Play"/>
                <a:cs typeface="Play"/>
                <a:sym typeface="Play"/>
              </a:rPr>
              <a:t>From creating tables to executing and learning to correct it through errors specifications it has become interesting to solve all the given tasks and with the help of GUIDED VIDEO it has been helpful to use the 2 dataset and completing the tasks. </a:t>
            </a:r>
            <a:endParaRPr sz="1800">
              <a:solidFill>
                <a:schemeClr val="dk1"/>
              </a:solidFill>
              <a:latin typeface="Century Gothic"/>
              <a:ea typeface="Century Gothic"/>
              <a:cs typeface="Century Gothic"/>
              <a:sym typeface="Century Gothic"/>
            </a:endParaRPr>
          </a:p>
          <a:p>
            <a:pPr indent="0" lvl="0" marL="0" marR="0" rtl="0" algn="l">
              <a:spcBef>
                <a:spcPts val="1000"/>
              </a:spcBef>
              <a:spcAft>
                <a:spcPts val="0"/>
              </a:spcAft>
              <a:buNone/>
            </a:pPr>
            <a:r>
              <a:t/>
            </a:r>
            <a:endParaRPr sz="1800">
              <a:solidFill>
                <a:schemeClr val="dk1"/>
              </a:solidFill>
              <a:latin typeface="Libre Franklin"/>
              <a:ea typeface="Libre Franklin"/>
              <a:cs typeface="Libre Franklin"/>
              <a:sym typeface="Libre Frankli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5"/>
          <p:cNvSpPr txBox="1"/>
          <p:nvPr/>
        </p:nvSpPr>
        <p:spPr>
          <a:xfrm>
            <a:off x="894736" y="0"/>
            <a:ext cx="10903974" cy="7153753"/>
          </a:xfrm>
          <a:prstGeom prst="rect">
            <a:avLst/>
          </a:prstGeom>
          <a:noFill/>
          <a:ln>
            <a:noFill/>
          </a:ln>
        </p:spPr>
        <p:txBody>
          <a:bodyPr anchorCtr="0" anchor="t" bIns="45700" lIns="91425" spcFirstLastPara="1" rIns="91425" wrap="square" tIns="45700">
            <a:spAutoFit/>
          </a:bodyPr>
          <a:lstStyle/>
          <a:p>
            <a:pPr indent="0" lvl="0" marL="0" marR="0" rtl="0" algn="ctr">
              <a:lnSpc>
                <a:spcPct val="120000"/>
              </a:lnSpc>
              <a:spcBef>
                <a:spcPts val="0"/>
              </a:spcBef>
              <a:spcAft>
                <a:spcPts val="0"/>
              </a:spcAft>
              <a:buNone/>
            </a:pPr>
            <a:r>
              <a:rPr b="1" lang="en-IN" sz="2400" u="sng">
                <a:solidFill>
                  <a:schemeClr val="dk1"/>
                </a:solidFill>
                <a:latin typeface="Bell MT"/>
                <a:ea typeface="Bell MT"/>
                <a:cs typeface="Bell MT"/>
                <a:sym typeface="Bell MT"/>
              </a:rPr>
              <a:t>Case Study 1</a:t>
            </a:r>
            <a:r>
              <a:rPr b="1" lang="en-IN" sz="2400">
                <a:solidFill>
                  <a:schemeClr val="dk1"/>
                </a:solidFill>
                <a:latin typeface="Bell MT"/>
                <a:ea typeface="Bell MT"/>
                <a:cs typeface="Bell MT"/>
                <a:sym typeface="Bell MT"/>
              </a:rPr>
              <a:t>:</a:t>
            </a:r>
            <a:endParaRPr sz="24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b="1" lang="en-IN" sz="1800">
                <a:solidFill>
                  <a:schemeClr val="dk1"/>
                </a:solidFill>
                <a:latin typeface="Bell MT"/>
                <a:ea typeface="Bell MT"/>
                <a:cs typeface="Bell MT"/>
                <a:sym typeface="Bell MT"/>
              </a:rPr>
              <a:t>A</a:t>
            </a:r>
            <a:r>
              <a:rPr lang="en-IN" sz="1800">
                <a:solidFill>
                  <a:schemeClr val="dk1"/>
                </a:solidFill>
                <a:latin typeface="Bell MT"/>
                <a:ea typeface="Bell MT"/>
                <a:cs typeface="Bell MT"/>
                <a:sym typeface="Bell MT"/>
              </a:rPr>
              <a:t>:</a:t>
            </a:r>
            <a:r>
              <a:rPr b="1" lang="en-IN" sz="1800">
                <a:solidFill>
                  <a:srgbClr val="8492A6"/>
                </a:solidFill>
                <a:latin typeface="Bell MT"/>
                <a:ea typeface="Bell MT"/>
                <a:cs typeface="Bell MT"/>
                <a:sym typeface="Bell MT"/>
              </a:rPr>
              <a:t> </a:t>
            </a:r>
            <a:r>
              <a:rPr b="1" lang="en-IN" sz="1800">
                <a:solidFill>
                  <a:schemeClr val="dk1"/>
                </a:solidFill>
                <a:latin typeface="Bell MT"/>
                <a:ea typeface="Bell MT"/>
                <a:cs typeface="Bell MT"/>
                <a:sym typeface="Bell MT"/>
              </a:rPr>
              <a:t>Jobs Reviewed Over Time</a:t>
            </a:r>
            <a:endParaRPr sz="18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b="1" lang="en-IN" sz="1800">
                <a:solidFill>
                  <a:schemeClr val="dk1"/>
                </a:solidFill>
                <a:latin typeface="Bell MT"/>
                <a:ea typeface="Bell MT"/>
                <a:cs typeface="Bell MT"/>
                <a:sym typeface="Bell MT"/>
              </a:rPr>
              <a:t>My Task</a:t>
            </a:r>
            <a:r>
              <a:rPr lang="en-IN" sz="1800">
                <a:solidFill>
                  <a:schemeClr val="dk1"/>
                </a:solidFill>
                <a:latin typeface="Play"/>
                <a:ea typeface="Play"/>
                <a:cs typeface="Play"/>
                <a:sym typeface="Play"/>
              </a:rPr>
              <a:t>: </a:t>
            </a:r>
            <a:r>
              <a:rPr lang="en-IN" sz="1600">
                <a:solidFill>
                  <a:schemeClr val="dk1"/>
                </a:solidFill>
                <a:latin typeface="Play"/>
                <a:ea typeface="Play"/>
                <a:cs typeface="Play"/>
                <a:sym typeface="Play"/>
              </a:rPr>
              <a:t>Write an SQL query to calculate the number of jobs reviewed per hour for each day in November 2020</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b="1" lang="en-IN" sz="1800">
                <a:solidFill>
                  <a:schemeClr val="dk1"/>
                </a:solidFill>
                <a:latin typeface="Bell MT"/>
                <a:ea typeface="Bell MT"/>
                <a:cs typeface="Bell MT"/>
                <a:sym typeface="Bell MT"/>
              </a:rPr>
              <a:t>Code</a:t>
            </a:r>
            <a:r>
              <a:rPr b="1" lang="en-IN" sz="1400">
                <a:solidFill>
                  <a:schemeClr val="dk1"/>
                </a:solidFill>
                <a:latin typeface="Bell MT"/>
                <a:ea typeface="Bell MT"/>
                <a:cs typeface="Bell MT"/>
                <a:sym typeface="Bell MT"/>
              </a:rPr>
              <a:t>:</a:t>
            </a:r>
            <a:r>
              <a:rPr b="1" lang="en-IN" sz="1400">
                <a:solidFill>
                  <a:schemeClr val="dk1"/>
                </a:solidFill>
                <a:latin typeface="Century Gothic"/>
                <a:ea typeface="Century Gothic"/>
                <a:cs typeface="Century Gothic"/>
                <a:sym typeface="Century Gothic"/>
              </a:rPr>
              <a:t> </a:t>
            </a:r>
            <a:endParaRPr sz="1400">
              <a:solidFill>
                <a:schemeClr val="dk1"/>
              </a:solidFill>
              <a:latin typeface="Century Gothic"/>
              <a:ea typeface="Century Gothic"/>
              <a:cs typeface="Century Gothic"/>
              <a:sym typeface="Century Gothic"/>
            </a:endParaRPr>
          </a:p>
          <a:p>
            <a:pPr indent="0" lvl="0" marL="0" marR="0" rtl="0" algn="l">
              <a:spcBef>
                <a:spcPts val="1000"/>
              </a:spcBef>
              <a:spcAft>
                <a:spcPts val="0"/>
              </a:spcAft>
              <a:buNone/>
            </a:pPr>
            <a:r>
              <a:rPr lang="en-IN" sz="1600">
                <a:solidFill>
                  <a:schemeClr val="dk1"/>
                </a:solidFill>
                <a:latin typeface="Play"/>
                <a:ea typeface="Play"/>
                <a:cs typeface="Play"/>
                <a:sym typeface="Play"/>
              </a:rPr>
              <a:t>select * from job_data;</a:t>
            </a:r>
            <a:endParaRPr sz="1600">
              <a:solidFill>
                <a:schemeClr val="dk1"/>
              </a:solidFill>
              <a:latin typeface="Century Gothic"/>
              <a:ea typeface="Century Gothic"/>
              <a:cs typeface="Century Gothic"/>
              <a:sym typeface="Century Gothic"/>
            </a:endParaRPr>
          </a:p>
          <a:p>
            <a:pPr indent="0" lvl="0" marL="0" marR="0" rtl="0" algn="l">
              <a:spcBef>
                <a:spcPts val="1000"/>
              </a:spcBef>
              <a:spcAft>
                <a:spcPts val="0"/>
              </a:spcAft>
              <a:buNone/>
            </a:pPr>
            <a:r>
              <a:rPr lang="en-IN" sz="1600">
                <a:solidFill>
                  <a:schemeClr val="dk1"/>
                </a:solidFill>
                <a:latin typeface="Play"/>
                <a:ea typeface="Play"/>
                <a:cs typeface="Play"/>
                <a:sym typeface="Play"/>
              </a:rPr>
              <a:t>select avg(t) as’ avg jobs reviewed per day per hour’,</a:t>
            </a:r>
            <a:endParaRPr sz="1600">
              <a:solidFill>
                <a:schemeClr val="dk1"/>
              </a:solidFill>
              <a:latin typeface="Century Gothic"/>
              <a:ea typeface="Century Gothic"/>
              <a:cs typeface="Century Gothic"/>
              <a:sym typeface="Century Gothic"/>
            </a:endParaRPr>
          </a:p>
          <a:p>
            <a:pPr indent="0" lvl="0" marL="0" marR="0" rtl="0" algn="l">
              <a:spcBef>
                <a:spcPts val="1000"/>
              </a:spcBef>
              <a:spcAft>
                <a:spcPts val="0"/>
              </a:spcAft>
              <a:buNone/>
            </a:pPr>
            <a:r>
              <a:rPr lang="en-IN" sz="1600">
                <a:solidFill>
                  <a:schemeClr val="dk1"/>
                </a:solidFill>
                <a:latin typeface="Play"/>
                <a:ea typeface="Play"/>
                <a:cs typeface="Play"/>
                <a:sym typeface="Play"/>
              </a:rPr>
              <a:t>avg(p) as’ avg jobs reviewed per day per second’</a:t>
            </a:r>
            <a:endParaRPr sz="1600">
              <a:solidFill>
                <a:schemeClr val="dk1"/>
              </a:solidFill>
              <a:latin typeface="Century Gothic"/>
              <a:ea typeface="Century Gothic"/>
              <a:cs typeface="Century Gothic"/>
              <a:sym typeface="Century Gothic"/>
            </a:endParaRPr>
          </a:p>
          <a:p>
            <a:pPr indent="0" lvl="0" marL="0" marR="0" rtl="0" algn="l">
              <a:spcBef>
                <a:spcPts val="1000"/>
              </a:spcBef>
              <a:spcAft>
                <a:spcPts val="0"/>
              </a:spcAft>
              <a:buNone/>
            </a:pPr>
            <a:r>
              <a:rPr lang="en-IN" sz="1600">
                <a:solidFill>
                  <a:schemeClr val="dk1"/>
                </a:solidFill>
                <a:latin typeface="Play"/>
                <a:ea typeface="Play"/>
                <a:cs typeface="Play"/>
                <a:sym typeface="Play"/>
              </a:rPr>
              <a:t>from</a:t>
            </a:r>
            <a:endParaRPr sz="1600">
              <a:solidFill>
                <a:schemeClr val="dk1"/>
              </a:solidFill>
              <a:latin typeface="Century Gothic"/>
              <a:ea typeface="Century Gothic"/>
              <a:cs typeface="Century Gothic"/>
              <a:sym typeface="Century Gothic"/>
            </a:endParaRPr>
          </a:p>
          <a:p>
            <a:pPr indent="0" lvl="0" marL="0" marR="0" rtl="0" algn="l">
              <a:spcBef>
                <a:spcPts val="1000"/>
              </a:spcBef>
              <a:spcAft>
                <a:spcPts val="0"/>
              </a:spcAft>
              <a:buNone/>
            </a:pPr>
            <a:r>
              <a:rPr lang="en-IN" sz="1600">
                <a:solidFill>
                  <a:schemeClr val="dk1"/>
                </a:solidFill>
                <a:latin typeface="Play"/>
                <a:ea typeface="Play"/>
                <a:cs typeface="Play"/>
                <a:sym typeface="Play"/>
              </a:rPr>
              <a:t>(select</a:t>
            </a:r>
            <a:endParaRPr sz="1600">
              <a:solidFill>
                <a:schemeClr val="dk1"/>
              </a:solidFill>
              <a:latin typeface="Century Gothic"/>
              <a:ea typeface="Century Gothic"/>
              <a:cs typeface="Century Gothic"/>
              <a:sym typeface="Century Gothic"/>
            </a:endParaRPr>
          </a:p>
          <a:p>
            <a:pPr indent="0" lvl="0" marL="0" marR="0" rtl="0" algn="l">
              <a:spcBef>
                <a:spcPts val="1000"/>
              </a:spcBef>
              <a:spcAft>
                <a:spcPts val="0"/>
              </a:spcAft>
              <a:buNone/>
            </a:pPr>
            <a:r>
              <a:rPr lang="en-IN" sz="1600">
                <a:solidFill>
                  <a:schemeClr val="dk1"/>
                </a:solidFill>
                <a:latin typeface="Play"/>
                <a:ea typeface="Play"/>
                <a:cs typeface="Play"/>
                <a:sym typeface="Play"/>
              </a:rPr>
              <a:t>ds,</a:t>
            </a:r>
            <a:endParaRPr sz="1600">
              <a:solidFill>
                <a:schemeClr val="dk1"/>
              </a:solidFill>
              <a:latin typeface="Century Gothic"/>
              <a:ea typeface="Century Gothic"/>
              <a:cs typeface="Century Gothic"/>
              <a:sym typeface="Century Gothic"/>
            </a:endParaRPr>
          </a:p>
          <a:p>
            <a:pPr indent="0" lvl="0" marL="0" marR="0" rtl="0" algn="l">
              <a:spcBef>
                <a:spcPts val="1000"/>
              </a:spcBef>
              <a:spcAft>
                <a:spcPts val="0"/>
              </a:spcAft>
              <a:buNone/>
            </a:pPr>
            <a:r>
              <a:rPr lang="en-IN" sz="1600">
                <a:solidFill>
                  <a:schemeClr val="dk1"/>
                </a:solidFill>
                <a:latin typeface="Play"/>
                <a:ea typeface="Play"/>
                <a:cs typeface="Play"/>
                <a:sym typeface="Play"/>
              </a:rPr>
              <a:t>((count(job_id)*3600)/sum(time_spent) as t,</a:t>
            </a:r>
            <a:endParaRPr sz="1600">
              <a:solidFill>
                <a:schemeClr val="dk1"/>
              </a:solidFill>
              <a:latin typeface="Century Gothic"/>
              <a:ea typeface="Century Gothic"/>
              <a:cs typeface="Century Gothic"/>
              <a:sym typeface="Century Gothic"/>
            </a:endParaRPr>
          </a:p>
          <a:p>
            <a:pPr indent="0" lvl="0" marL="0" marR="0" rtl="0" algn="l">
              <a:spcBef>
                <a:spcPts val="1000"/>
              </a:spcBef>
              <a:spcAft>
                <a:spcPts val="0"/>
              </a:spcAft>
              <a:buNone/>
            </a:pPr>
            <a:r>
              <a:rPr lang="en-IN" sz="1600">
                <a:solidFill>
                  <a:schemeClr val="dk1"/>
                </a:solidFill>
                <a:latin typeface="Play"/>
                <a:ea typeface="Play"/>
                <a:cs typeface="Play"/>
                <a:sym typeface="Play"/>
              </a:rPr>
              <a:t>((count(job_id))/sum(time_spent) as p</a:t>
            </a:r>
            <a:endParaRPr sz="1600">
              <a:solidFill>
                <a:schemeClr val="dk1"/>
              </a:solidFill>
              <a:latin typeface="Century Gothic"/>
              <a:ea typeface="Century Gothic"/>
              <a:cs typeface="Century Gothic"/>
              <a:sym typeface="Century Gothic"/>
            </a:endParaRPr>
          </a:p>
          <a:p>
            <a:pPr indent="0" lvl="0" marL="0" marR="0" rtl="0" algn="l">
              <a:spcBef>
                <a:spcPts val="1000"/>
              </a:spcBef>
              <a:spcAft>
                <a:spcPts val="0"/>
              </a:spcAft>
              <a:buNone/>
            </a:pPr>
            <a:r>
              <a:rPr lang="en-IN" sz="1600">
                <a:solidFill>
                  <a:schemeClr val="dk1"/>
                </a:solidFill>
                <a:latin typeface="Play"/>
                <a:ea typeface="Play"/>
                <a:cs typeface="Play"/>
                <a:sym typeface="Play"/>
              </a:rPr>
              <a:t>from</a:t>
            </a:r>
            <a:endParaRPr sz="1600">
              <a:solidFill>
                <a:schemeClr val="dk1"/>
              </a:solidFill>
              <a:latin typeface="Century Gothic"/>
              <a:ea typeface="Century Gothic"/>
              <a:cs typeface="Century Gothic"/>
              <a:sym typeface="Century Gothic"/>
            </a:endParaRPr>
          </a:p>
          <a:p>
            <a:pPr indent="0" lvl="0" marL="0" marR="0" rtl="0" algn="l">
              <a:spcBef>
                <a:spcPts val="1000"/>
              </a:spcBef>
              <a:spcAft>
                <a:spcPts val="0"/>
              </a:spcAft>
              <a:buNone/>
            </a:pPr>
            <a:r>
              <a:rPr lang="en-IN" sz="1600">
                <a:solidFill>
                  <a:schemeClr val="dk1"/>
                </a:solidFill>
                <a:latin typeface="Play"/>
                <a:ea typeface="Play"/>
                <a:cs typeface="Play"/>
                <a:sym typeface="Play"/>
              </a:rPr>
              <a:t>Job_data</a:t>
            </a:r>
            <a:endParaRPr sz="1600">
              <a:solidFill>
                <a:schemeClr val="dk1"/>
              </a:solidFill>
              <a:latin typeface="Century Gothic"/>
              <a:ea typeface="Century Gothic"/>
              <a:cs typeface="Century Gothic"/>
              <a:sym typeface="Century Gothic"/>
            </a:endParaRPr>
          </a:p>
          <a:p>
            <a:pPr indent="0" lvl="0" marL="0" marR="0" rtl="0" algn="l">
              <a:spcBef>
                <a:spcPts val="1000"/>
              </a:spcBef>
              <a:spcAft>
                <a:spcPts val="0"/>
              </a:spcAft>
              <a:buNone/>
            </a:pPr>
            <a:r>
              <a:rPr lang="en-IN" sz="1600">
                <a:solidFill>
                  <a:schemeClr val="dk1"/>
                </a:solidFill>
                <a:latin typeface="Play"/>
                <a:ea typeface="Play"/>
                <a:cs typeface="Play"/>
                <a:sym typeface="Play"/>
              </a:rPr>
              <a:t>where</a:t>
            </a:r>
            <a:endParaRPr sz="1600">
              <a:solidFill>
                <a:schemeClr val="dk1"/>
              </a:solidFill>
              <a:latin typeface="Century Gothic"/>
              <a:ea typeface="Century Gothic"/>
              <a:cs typeface="Century Gothic"/>
              <a:sym typeface="Century Gothic"/>
            </a:endParaRPr>
          </a:p>
          <a:p>
            <a:pPr indent="0" lvl="0" marL="0" marR="0" rtl="0" algn="l">
              <a:spcBef>
                <a:spcPts val="1000"/>
              </a:spcBef>
              <a:spcAft>
                <a:spcPts val="0"/>
              </a:spcAft>
              <a:buNone/>
            </a:pPr>
            <a:r>
              <a:rPr lang="en-IN" sz="1600">
                <a:solidFill>
                  <a:schemeClr val="dk1"/>
                </a:solidFill>
                <a:latin typeface="Play"/>
                <a:ea typeface="Play"/>
                <a:cs typeface="Play"/>
                <a:sym typeface="Play"/>
              </a:rPr>
              <a:t>month(ds)=11;</a:t>
            </a:r>
            <a:endParaRPr sz="1600">
              <a:solidFill>
                <a:schemeClr val="dk1"/>
              </a:solidFill>
              <a:latin typeface="Century Gothic"/>
              <a:ea typeface="Century Gothic"/>
              <a:cs typeface="Century Gothic"/>
              <a:sym typeface="Century Gothic"/>
            </a:endParaRPr>
          </a:p>
          <a:p>
            <a:pPr indent="0" lvl="0" marL="0" marR="0" rtl="0" algn="l">
              <a:spcBef>
                <a:spcPts val="1000"/>
              </a:spcBef>
              <a:spcAft>
                <a:spcPts val="0"/>
              </a:spcAft>
              <a:buNone/>
            </a:pPr>
            <a:r>
              <a:rPr lang="en-IN" sz="1600">
                <a:solidFill>
                  <a:schemeClr val="dk1"/>
                </a:solidFill>
                <a:latin typeface="Play"/>
                <a:ea typeface="Play"/>
                <a:cs typeface="Play"/>
                <a:sym typeface="Play"/>
              </a:rPr>
              <a:t>group by ds) a;</a:t>
            </a:r>
            <a:endParaRPr sz="1600">
              <a:solidFill>
                <a:schemeClr val="dk1"/>
              </a:solidFill>
              <a:latin typeface="Century Gothic"/>
              <a:ea typeface="Century Gothic"/>
              <a:cs typeface="Century Gothic"/>
              <a:sym typeface="Century Gothic"/>
            </a:endParaRPr>
          </a:p>
          <a:p>
            <a:pPr indent="0" lvl="0" marL="0" marR="0" rtl="0" algn="l">
              <a:spcBef>
                <a:spcPts val="1000"/>
              </a:spcBef>
              <a:spcAft>
                <a:spcPts val="0"/>
              </a:spcAft>
              <a:buNone/>
            </a:pPr>
            <a:r>
              <a:t/>
            </a:r>
            <a:endParaRPr sz="1800">
              <a:solidFill>
                <a:schemeClr val="dk1"/>
              </a:solidFill>
              <a:latin typeface="Libre Franklin"/>
              <a:ea typeface="Libre Franklin"/>
              <a:cs typeface="Libre Franklin"/>
              <a:sym typeface="Libre Frankli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6"/>
          <p:cNvSpPr/>
          <p:nvPr/>
        </p:nvSpPr>
        <p:spPr>
          <a:xfrm>
            <a:off x="0" y="1531938"/>
            <a:ext cx="12192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Libre Franklin"/>
              <a:ea typeface="Libre Franklin"/>
              <a:cs typeface="Libre Franklin"/>
              <a:sym typeface="Libre Franklin"/>
            </a:endParaRPr>
          </a:p>
        </p:txBody>
      </p:sp>
      <p:sp>
        <p:nvSpPr>
          <p:cNvPr id="119" name="Google Shape;119;p6"/>
          <p:cNvSpPr txBox="1"/>
          <p:nvPr/>
        </p:nvSpPr>
        <p:spPr>
          <a:xfrm>
            <a:off x="806245" y="245806"/>
            <a:ext cx="10864645" cy="408125"/>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b="1" lang="en-IN" sz="1800">
                <a:solidFill>
                  <a:schemeClr val="dk1"/>
                </a:solidFill>
                <a:latin typeface="Bell MT"/>
                <a:ea typeface="Bell MT"/>
                <a:cs typeface="Bell MT"/>
                <a:sym typeface="Bell MT"/>
              </a:rPr>
              <a:t>Output</a:t>
            </a:r>
            <a:r>
              <a:rPr lang="en-IN" sz="1800">
                <a:solidFill>
                  <a:schemeClr val="dk1"/>
                </a:solidFill>
                <a:latin typeface="Bell MT"/>
                <a:ea typeface="Bell MT"/>
                <a:cs typeface="Bell MT"/>
                <a:sym typeface="Bell MT"/>
              </a:rPr>
              <a:t>:</a:t>
            </a:r>
            <a:endParaRPr/>
          </a:p>
        </p:txBody>
      </p:sp>
      <p:pic>
        <p:nvPicPr>
          <p:cNvPr id="120" name="Google Shape;120;p6"/>
          <p:cNvPicPr preferRelativeResize="0"/>
          <p:nvPr/>
        </p:nvPicPr>
        <p:blipFill rotWithShape="1">
          <a:blip r:embed="rId3">
            <a:alphaModFix/>
          </a:blip>
          <a:srcRect b="0" l="0" r="0" t="0"/>
          <a:stretch/>
        </p:blipFill>
        <p:spPr>
          <a:xfrm>
            <a:off x="919663" y="825428"/>
            <a:ext cx="7211613" cy="171129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7"/>
          <p:cNvSpPr txBox="1"/>
          <p:nvPr/>
        </p:nvSpPr>
        <p:spPr>
          <a:xfrm>
            <a:off x="1017024" y="181897"/>
            <a:ext cx="10835148" cy="3594830"/>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b="1" lang="en-IN" sz="1800">
                <a:solidFill>
                  <a:schemeClr val="dk1"/>
                </a:solidFill>
                <a:latin typeface="Bell MT"/>
                <a:ea typeface="Bell MT"/>
                <a:cs typeface="Bell MT"/>
                <a:sym typeface="Bell MT"/>
              </a:rPr>
              <a:t>B. Throughput Analysis</a:t>
            </a:r>
            <a:endParaRPr sz="18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b="1" lang="en-IN" sz="1800">
                <a:solidFill>
                  <a:schemeClr val="dk1"/>
                </a:solidFill>
                <a:latin typeface="Bell MT"/>
                <a:ea typeface="Bell MT"/>
                <a:cs typeface="Bell MT"/>
                <a:sym typeface="Bell MT"/>
              </a:rPr>
              <a:t>My Task</a:t>
            </a:r>
            <a:r>
              <a:rPr b="1" lang="en-IN" sz="1600">
                <a:solidFill>
                  <a:schemeClr val="dk1"/>
                </a:solidFill>
                <a:latin typeface="Bell MT"/>
                <a:ea typeface="Bell MT"/>
                <a:cs typeface="Bell MT"/>
                <a:sym typeface="Bell MT"/>
              </a:rPr>
              <a:t>:</a:t>
            </a:r>
            <a:r>
              <a:rPr lang="en-IN" sz="1600">
                <a:solidFill>
                  <a:schemeClr val="dk1"/>
                </a:solidFill>
                <a:latin typeface="Century Gothic"/>
                <a:ea typeface="Century Gothic"/>
                <a:cs typeface="Century Gothic"/>
                <a:sym typeface="Century Gothic"/>
              </a:rPr>
              <a:t> </a:t>
            </a:r>
            <a:r>
              <a:rPr lang="en-IN" sz="1600">
                <a:solidFill>
                  <a:schemeClr val="dk1"/>
                </a:solidFill>
                <a:latin typeface="Play"/>
                <a:ea typeface="Play"/>
                <a:cs typeface="Play"/>
                <a:sym typeface="Play"/>
              </a:rPr>
              <a:t>Write an SQL query to calculate the 7-day rolling average of throughput. Additionally, explain whether you prefer using the daily metric or the 7-day rolling average for throughput</a:t>
            </a:r>
            <a:r>
              <a:rPr lang="en-IN" sz="1400">
                <a:solidFill>
                  <a:schemeClr val="dk1"/>
                </a:solidFill>
                <a:latin typeface="Play"/>
                <a:ea typeface="Play"/>
                <a:cs typeface="Play"/>
                <a:sym typeface="Play"/>
              </a:rPr>
              <a:t>, </a:t>
            </a:r>
            <a:r>
              <a:rPr lang="en-IN" sz="1600">
                <a:solidFill>
                  <a:schemeClr val="dk1"/>
                </a:solidFill>
                <a:latin typeface="Play"/>
                <a:ea typeface="Play"/>
                <a:cs typeface="Play"/>
                <a:sym typeface="Play"/>
              </a:rPr>
              <a:t>and why.</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b="1" lang="en-IN" sz="1800">
                <a:solidFill>
                  <a:schemeClr val="dk1"/>
                </a:solidFill>
                <a:latin typeface="Bell MT"/>
                <a:ea typeface="Bell MT"/>
                <a:cs typeface="Bell MT"/>
                <a:sym typeface="Bell MT"/>
              </a:rPr>
              <a:t>Code:</a:t>
            </a:r>
            <a:endParaRPr sz="18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select ROUND(COUNT(event)/SUM(time_spent), 2) AS "weekly Throughput" from job_data;</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select ds AS Dates,ROUND(COUNT(event)/SUM(time_spent), 2) AS "Daily Throughput" from job_data</a:t>
            </a:r>
            <a:endParaRPr sz="1600">
              <a:solidFill>
                <a:schemeClr val="dk1"/>
              </a:solidFill>
              <a:latin typeface="Century Gothic"/>
              <a:ea typeface="Century Gothic"/>
              <a:cs typeface="Century Gothic"/>
              <a:sym typeface="Century Gothic"/>
            </a:endParaRPr>
          </a:p>
          <a:p>
            <a:pPr indent="-1828800" lvl="0" marL="1828800" marR="0" rtl="0" algn="l">
              <a:lnSpc>
                <a:spcPct val="120000"/>
              </a:lnSpc>
              <a:spcBef>
                <a:spcPts val="1000"/>
              </a:spcBef>
              <a:spcAft>
                <a:spcPts val="0"/>
              </a:spcAft>
              <a:buNone/>
            </a:pPr>
            <a:r>
              <a:rPr lang="en-IN" sz="1600">
                <a:solidFill>
                  <a:schemeClr val="dk1"/>
                </a:solidFill>
                <a:latin typeface="Play"/>
                <a:ea typeface="Play"/>
                <a:cs typeface="Play"/>
                <a:sym typeface="Play"/>
              </a:rPr>
              <a:t>GROUP BY ds ORDER BY ds;</a:t>
            </a:r>
            <a:endParaRPr sz="1600">
              <a:solidFill>
                <a:schemeClr val="dk1"/>
              </a:solidFill>
              <a:latin typeface="Century Gothic"/>
              <a:ea typeface="Century Gothic"/>
              <a:cs typeface="Century Gothic"/>
              <a:sym typeface="Century Gothic"/>
            </a:endParaRPr>
          </a:p>
          <a:p>
            <a:pPr indent="0" lvl="0" marL="0" marR="0" rtl="0" algn="l">
              <a:spcBef>
                <a:spcPts val="1000"/>
              </a:spcBef>
              <a:spcAft>
                <a:spcPts val="0"/>
              </a:spcAft>
              <a:buNone/>
            </a:pPr>
            <a:r>
              <a:rPr b="1" lang="en-IN" sz="1800">
                <a:solidFill>
                  <a:schemeClr val="dk1"/>
                </a:solidFill>
                <a:latin typeface="Bell MT"/>
                <a:ea typeface="Bell MT"/>
                <a:cs typeface="Bell MT"/>
                <a:sym typeface="Bell MT"/>
              </a:rPr>
              <a:t>Output:</a:t>
            </a:r>
            <a:endParaRPr sz="18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t/>
            </a:r>
            <a:endParaRPr sz="1800">
              <a:solidFill>
                <a:schemeClr val="dk1"/>
              </a:solidFill>
              <a:latin typeface="Libre Franklin"/>
              <a:ea typeface="Libre Franklin"/>
              <a:cs typeface="Libre Franklin"/>
              <a:sym typeface="Libre Franklin"/>
            </a:endParaRPr>
          </a:p>
        </p:txBody>
      </p:sp>
      <p:pic>
        <p:nvPicPr>
          <p:cNvPr id="126" name="Google Shape;126;p7"/>
          <p:cNvPicPr preferRelativeResize="0"/>
          <p:nvPr/>
        </p:nvPicPr>
        <p:blipFill rotWithShape="1">
          <a:blip r:embed="rId3">
            <a:alphaModFix/>
          </a:blip>
          <a:srcRect b="0" l="0" r="0" t="0"/>
          <a:stretch/>
        </p:blipFill>
        <p:spPr>
          <a:xfrm>
            <a:off x="1017024" y="3429000"/>
            <a:ext cx="3564807" cy="288331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8"/>
          <p:cNvSpPr txBox="1"/>
          <p:nvPr/>
        </p:nvSpPr>
        <p:spPr>
          <a:xfrm>
            <a:off x="963562" y="196645"/>
            <a:ext cx="10579510" cy="3930243"/>
          </a:xfrm>
          <a:prstGeom prst="rect">
            <a:avLst/>
          </a:prstGeom>
          <a:noFill/>
          <a:ln>
            <a:noFill/>
          </a:ln>
        </p:spPr>
        <p:txBody>
          <a:bodyPr anchorCtr="0" anchor="t" bIns="45700" lIns="91425" spcFirstLastPara="1" rIns="91425" wrap="square" tIns="45700">
            <a:spAutoFit/>
          </a:bodyPr>
          <a:lstStyle/>
          <a:p>
            <a:pPr indent="-1828800" lvl="0" marL="1828800" marR="0" rtl="0" algn="l">
              <a:lnSpc>
                <a:spcPct val="120000"/>
              </a:lnSpc>
              <a:spcBef>
                <a:spcPts val="0"/>
              </a:spcBef>
              <a:spcAft>
                <a:spcPts val="0"/>
              </a:spcAft>
              <a:buNone/>
            </a:pPr>
            <a:r>
              <a:rPr b="1" lang="en-IN" sz="1800">
                <a:solidFill>
                  <a:schemeClr val="dk1"/>
                </a:solidFill>
                <a:latin typeface="Bell MT"/>
                <a:ea typeface="Bell MT"/>
                <a:cs typeface="Bell MT"/>
                <a:sym typeface="Bell MT"/>
              </a:rPr>
              <a:t>C. Language Share Analysis</a:t>
            </a:r>
            <a:endParaRPr sz="18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b="1" lang="en-IN" sz="1800">
                <a:solidFill>
                  <a:schemeClr val="dk1"/>
                </a:solidFill>
                <a:latin typeface="Bell MT"/>
                <a:ea typeface="Bell MT"/>
                <a:cs typeface="Bell MT"/>
                <a:sym typeface="Bell MT"/>
              </a:rPr>
              <a:t>My Task</a:t>
            </a:r>
            <a:r>
              <a:rPr lang="en-IN" sz="1800">
                <a:solidFill>
                  <a:schemeClr val="dk1"/>
                </a:solidFill>
                <a:latin typeface="Century Gothic"/>
                <a:ea typeface="Century Gothic"/>
                <a:cs typeface="Century Gothic"/>
                <a:sym typeface="Century Gothic"/>
              </a:rPr>
              <a:t>: </a:t>
            </a:r>
            <a:r>
              <a:rPr lang="en-IN" sz="1600">
                <a:solidFill>
                  <a:schemeClr val="dk1"/>
                </a:solidFill>
                <a:latin typeface="Play"/>
                <a:ea typeface="Play"/>
                <a:cs typeface="Play"/>
                <a:sym typeface="Play"/>
              </a:rPr>
              <a:t>Write an SQL query to calculate the percentage share of each language over the last 30 days.</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b="1" lang="en-IN" sz="1800">
                <a:solidFill>
                  <a:schemeClr val="dk1"/>
                </a:solidFill>
                <a:latin typeface="Bell MT"/>
                <a:ea typeface="Bell MT"/>
                <a:cs typeface="Bell MT"/>
                <a:sym typeface="Bell MT"/>
              </a:rPr>
              <a:t>Code:</a:t>
            </a:r>
            <a:endParaRPr sz="18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SELECT language AS languages, ROUND(100 * COUNT(*)/total, 2) AS percentage,sub.total</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FROM job_data</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CROSS JOIN(SELECT COUNT(*) AS total from job_data) AS sub</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GROUP BY language, sub.total;</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b="1" lang="en-IN" sz="1800">
                <a:solidFill>
                  <a:schemeClr val="dk1"/>
                </a:solidFill>
                <a:latin typeface="Bell MT"/>
                <a:ea typeface="Bell MT"/>
                <a:cs typeface="Bell MT"/>
                <a:sym typeface="Bell MT"/>
              </a:rPr>
              <a:t> Output:</a:t>
            </a:r>
            <a:endParaRPr/>
          </a:p>
          <a:p>
            <a:pPr indent="0" lvl="0" marL="0" marR="0" rtl="0" algn="l">
              <a:lnSpc>
                <a:spcPct val="120000"/>
              </a:lnSpc>
              <a:spcBef>
                <a:spcPts val="1000"/>
              </a:spcBef>
              <a:spcAft>
                <a:spcPts val="0"/>
              </a:spcAft>
              <a:buNone/>
            </a:pPr>
            <a:r>
              <a:t/>
            </a:r>
            <a:endParaRPr sz="1800">
              <a:solidFill>
                <a:schemeClr val="dk1"/>
              </a:solidFill>
              <a:latin typeface="Century Gothic"/>
              <a:ea typeface="Century Gothic"/>
              <a:cs typeface="Century Gothic"/>
              <a:sym typeface="Century Gothic"/>
            </a:endParaRPr>
          </a:p>
        </p:txBody>
      </p:sp>
      <p:pic>
        <p:nvPicPr>
          <p:cNvPr id="132" name="Google Shape;132;p8"/>
          <p:cNvPicPr preferRelativeResize="0"/>
          <p:nvPr/>
        </p:nvPicPr>
        <p:blipFill rotWithShape="1">
          <a:blip r:embed="rId3">
            <a:alphaModFix/>
          </a:blip>
          <a:srcRect b="0" l="0" r="0" t="0"/>
          <a:stretch/>
        </p:blipFill>
        <p:spPr>
          <a:xfrm>
            <a:off x="1060962" y="3849483"/>
            <a:ext cx="3206238" cy="270863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9"/>
          <p:cNvSpPr txBox="1"/>
          <p:nvPr/>
        </p:nvSpPr>
        <p:spPr>
          <a:xfrm>
            <a:off x="943897" y="383458"/>
            <a:ext cx="10726993" cy="3022366"/>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b="1" lang="en-IN" sz="1800">
                <a:solidFill>
                  <a:schemeClr val="dk1"/>
                </a:solidFill>
                <a:latin typeface="Bell MT"/>
                <a:ea typeface="Bell MT"/>
                <a:cs typeface="Bell MT"/>
                <a:sym typeface="Bell MT"/>
              </a:rPr>
              <a:t>D</a:t>
            </a:r>
            <a:r>
              <a:rPr lang="en-IN" sz="1800">
                <a:solidFill>
                  <a:schemeClr val="dk1"/>
                </a:solidFill>
                <a:latin typeface="Bell MT"/>
                <a:ea typeface="Bell MT"/>
                <a:cs typeface="Bell MT"/>
                <a:sym typeface="Bell MT"/>
              </a:rPr>
              <a:t>. </a:t>
            </a:r>
            <a:r>
              <a:rPr b="1" lang="en-IN" sz="1800">
                <a:solidFill>
                  <a:schemeClr val="dk1"/>
                </a:solidFill>
                <a:latin typeface="Bell MT"/>
                <a:ea typeface="Bell MT"/>
                <a:cs typeface="Bell MT"/>
                <a:sym typeface="Bell MT"/>
              </a:rPr>
              <a:t>Duplicate Rows Detection</a:t>
            </a:r>
            <a:r>
              <a:rPr b="1" lang="en-IN" sz="1600">
                <a:solidFill>
                  <a:schemeClr val="dk1"/>
                </a:solidFill>
                <a:latin typeface="Bell MT"/>
                <a:ea typeface="Bell MT"/>
                <a:cs typeface="Bell MT"/>
                <a:sym typeface="Bell MT"/>
              </a:rPr>
              <a:t>:</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b="1" lang="en-IN" sz="1800">
                <a:solidFill>
                  <a:schemeClr val="dk1"/>
                </a:solidFill>
                <a:latin typeface="Bell MT"/>
                <a:ea typeface="Bell MT"/>
                <a:cs typeface="Bell MT"/>
                <a:sym typeface="Bell MT"/>
              </a:rPr>
              <a:t>My Task</a:t>
            </a:r>
            <a:r>
              <a:rPr lang="en-IN" sz="1600">
                <a:solidFill>
                  <a:schemeClr val="dk1"/>
                </a:solidFill>
                <a:latin typeface="Century Gothic"/>
                <a:ea typeface="Century Gothic"/>
                <a:cs typeface="Century Gothic"/>
                <a:sym typeface="Century Gothic"/>
              </a:rPr>
              <a:t>: </a:t>
            </a:r>
            <a:r>
              <a:rPr lang="en-IN" sz="1600">
                <a:solidFill>
                  <a:schemeClr val="dk1"/>
                </a:solidFill>
                <a:latin typeface="Play"/>
                <a:ea typeface="Play"/>
                <a:cs typeface="Play"/>
                <a:sym typeface="Play"/>
              </a:rPr>
              <a:t>Write an SQL query to display duplicate rows from the job_data table</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b="1" lang="en-IN" sz="1600">
                <a:solidFill>
                  <a:schemeClr val="dk1"/>
                </a:solidFill>
                <a:latin typeface="Bell MT"/>
                <a:ea typeface="Bell MT"/>
                <a:cs typeface="Bell MT"/>
                <a:sym typeface="Bell MT"/>
              </a:rPr>
              <a:t>Code:</a:t>
            </a:r>
            <a:endParaRPr b="1"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SELECT actor_id,COUNT(*) AS Duplicates from job_data</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GROUP BY actor_id HAVING COUNT(*) &gt; 1;</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b="1" lang="en-IN" sz="1800">
                <a:solidFill>
                  <a:schemeClr val="dk1"/>
                </a:solidFill>
                <a:latin typeface="Bell MT"/>
                <a:ea typeface="Bell MT"/>
                <a:cs typeface="Bell MT"/>
                <a:sym typeface="Bell MT"/>
              </a:rPr>
              <a:t>Output:</a:t>
            </a:r>
            <a:endParaRPr sz="1800">
              <a:solidFill>
                <a:schemeClr val="dk1"/>
              </a:solidFill>
              <a:latin typeface="Century Gothic"/>
              <a:ea typeface="Century Gothic"/>
              <a:cs typeface="Century Gothic"/>
              <a:sym typeface="Century Gothic"/>
            </a:endParaRPr>
          </a:p>
          <a:p>
            <a:pPr indent="0" lvl="0" marL="0" marR="0" rtl="0" algn="l">
              <a:spcBef>
                <a:spcPts val="1000"/>
              </a:spcBef>
              <a:spcAft>
                <a:spcPts val="0"/>
              </a:spcAft>
              <a:buNone/>
            </a:pPr>
            <a:r>
              <a:t/>
            </a:r>
            <a:endParaRPr sz="1800">
              <a:solidFill>
                <a:schemeClr val="dk1"/>
              </a:solidFill>
              <a:latin typeface="Libre Franklin"/>
              <a:ea typeface="Libre Franklin"/>
              <a:cs typeface="Libre Franklin"/>
              <a:sym typeface="Libre Franklin"/>
            </a:endParaRPr>
          </a:p>
        </p:txBody>
      </p:sp>
      <p:pic>
        <p:nvPicPr>
          <p:cNvPr id="138" name="Google Shape;138;p9"/>
          <p:cNvPicPr preferRelativeResize="0"/>
          <p:nvPr/>
        </p:nvPicPr>
        <p:blipFill rotWithShape="1">
          <a:blip r:embed="rId3">
            <a:alphaModFix/>
          </a:blip>
          <a:srcRect b="0" l="0" r="0" t="0"/>
          <a:stretch/>
        </p:blipFill>
        <p:spPr>
          <a:xfrm>
            <a:off x="1048979" y="3025814"/>
            <a:ext cx="2716775" cy="125865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0"/>
          <p:cNvSpPr txBox="1"/>
          <p:nvPr/>
        </p:nvSpPr>
        <p:spPr>
          <a:xfrm>
            <a:off x="934064" y="137652"/>
            <a:ext cx="10805652" cy="8342797"/>
          </a:xfrm>
          <a:prstGeom prst="rect">
            <a:avLst/>
          </a:prstGeom>
          <a:noFill/>
          <a:ln>
            <a:noFill/>
          </a:ln>
        </p:spPr>
        <p:txBody>
          <a:bodyPr anchorCtr="0" anchor="t" bIns="45700" lIns="91425" spcFirstLastPara="1" rIns="91425" wrap="square" tIns="45700">
            <a:spAutoFit/>
          </a:bodyPr>
          <a:lstStyle/>
          <a:p>
            <a:pPr indent="0" lvl="0" marL="0" marR="0" rtl="0" algn="ctr">
              <a:lnSpc>
                <a:spcPct val="120000"/>
              </a:lnSpc>
              <a:spcBef>
                <a:spcPts val="0"/>
              </a:spcBef>
              <a:spcAft>
                <a:spcPts val="0"/>
              </a:spcAft>
              <a:buNone/>
            </a:pPr>
            <a:r>
              <a:rPr b="1" lang="en-IN" sz="2000" u="sng">
                <a:solidFill>
                  <a:schemeClr val="dk1"/>
                </a:solidFill>
                <a:latin typeface="Bell MT"/>
                <a:ea typeface="Bell MT"/>
                <a:cs typeface="Bell MT"/>
                <a:sym typeface="Bell MT"/>
              </a:rPr>
              <a:t>CASE STUDY </a:t>
            </a:r>
            <a:r>
              <a:rPr b="1" lang="en-IN" sz="2000">
                <a:solidFill>
                  <a:schemeClr val="dk1"/>
                </a:solidFill>
                <a:latin typeface="Bell MT"/>
                <a:ea typeface="Bell MT"/>
                <a:cs typeface="Bell MT"/>
                <a:sym typeface="Bell MT"/>
              </a:rPr>
              <a:t>2</a:t>
            </a:r>
            <a:endParaRPr sz="2000">
              <a:solidFill>
                <a:schemeClr val="dk1"/>
              </a:solidFill>
              <a:latin typeface="Bell MT"/>
              <a:ea typeface="Bell MT"/>
              <a:cs typeface="Bell MT"/>
              <a:sym typeface="Bell MT"/>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Here the process wasn’t same as the previous one’s cause here we need to download the given data set as well as to do the data cleaning, extracting etc…With the help of guided video, it not just only helped through this project but also helped us to have a insight of importing large datasets into mysql workbench and then perform the given tasks and then retrieve the needed information</a:t>
            </a:r>
            <a:endParaRPr/>
          </a:p>
          <a:p>
            <a:pPr indent="0" lvl="0" marL="0" marR="0" rtl="0" algn="l">
              <a:lnSpc>
                <a:spcPct val="115000"/>
              </a:lnSpc>
              <a:spcBef>
                <a:spcPts val="1000"/>
              </a:spcBef>
              <a:spcAft>
                <a:spcPts val="0"/>
              </a:spcAft>
              <a:buNone/>
            </a:pPr>
            <a:r>
              <a:rPr b="1" lang="en-IN" sz="1800">
                <a:solidFill>
                  <a:schemeClr val="dk1"/>
                </a:solidFill>
                <a:latin typeface="Bell MT"/>
                <a:ea typeface="Bell MT"/>
                <a:cs typeface="Bell MT"/>
                <a:sym typeface="Bell MT"/>
              </a:rPr>
              <a:t>A. Weekly User Engagement</a:t>
            </a:r>
            <a:endParaRPr sz="1800">
              <a:solidFill>
                <a:schemeClr val="dk1"/>
              </a:solidFill>
              <a:latin typeface="Century Gothic"/>
              <a:ea typeface="Century Gothic"/>
              <a:cs typeface="Century Gothic"/>
              <a:sym typeface="Century Gothic"/>
            </a:endParaRPr>
          </a:p>
          <a:p>
            <a:pPr indent="0" lvl="0" marL="0" marR="0" rtl="0" algn="l">
              <a:lnSpc>
                <a:spcPct val="115000"/>
              </a:lnSpc>
              <a:spcBef>
                <a:spcPts val="800"/>
              </a:spcBef>
              <a:spcAft>
                <a:spcPts val="0"/>
              </a:spcAft>
              <a:buNone/>
            </a:pPr>
            <a:r>
              <a:rPr b="1" lang="en-IN" sz="1800">
                <a:solidFill>
                  <a:schemeClr val="dk1"/>
                </a:solidFill>
                <a:latin typeface="Bell MT"/>
                <a:ea typeface="Bell MT"/>
                <a:cs typeface="Bell MT"/>
                <a:sym typeface="Bell MT"/>
              </a:rPr>
              <a:t>My Task</a:t>
            </a:r>
            <a:r>
              <a:rPr lang="en-IN" sz="1800">
                <a:solidFill>
                  <a:schemeClr val="dk1"/>
                </a:solidFill>
                <a:latin typeface="Bell MT"/>
                <a:ea typeface="Bell MT"/>
                <a:cs typeface="Bell MT"/>
                <a:sym typeface="Bell MT"/>
              </a:rPr>
              <a:t>: </a:t>
            </a:r>
            <a:r>
              <a:rPr lang="en-IN" sz="1600">
                <a:solidFill>
                  <a:schemeClr val="dk1"/>
                </a:solidFill>
                <a:latin typeface="Play"/>
                <a:ea typeface="Play"/>
                <a:cs typeface="Play"/>
                <a:sym typeface="Play"/>
              </a:rPr>
              <a:t>Write an SQL query to calculate the weekly user engagement</a:t>
            </a:r>
            <a:endParaRPr/>
          </a:p>
          <a:p>
            <a:pPr indent="0" lvl="0" marL="0" marR="0" rtl="0" algn="l">
              <a:lnSpc>
                <a:spcPct val="120000"/>
              </a:lnSpc>
              <a:spcBef>
                <a:spcPts val="800"/>
              </a:spcBef>
              <a:spcAft>
                <a:spcPts val="0"/>
              </a:spcAft>
              <a:buNone/>
            </a:pPr>
            <a:r>
              <a:rPr b="1" lang="en-IN" sz="1600">
                <a:solidFill>
                  <a:schemeClr val="dk1"/>
                </a:solidFill>
                <a:latin typeface="Bell MT"/>
                <a:ea typeface="Bell MT"/>
                <a:cs typeface="Bell MT"/>
                <a:sym typeface="Bell MT"/>
              </a:rPr>
              <a:t>Code</a:t>
            </a:r>
            <a:r>
              <a:rPr b="1" lang="en-IN" sz="1600">
                <a:solidFill>
                  <a:schemeClr val="dk1"/>
                </a:solidFill>
                <a:latin typeface="Play"/>
                <a:ea typeface="Play"/>
                <a:cs typeface="Play"/>
                <a:sym typeface="Play"/>
              </a:rPr>
              <a:t>: </a:t>
            </a:r>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SELECT </a:t>
            </a:r>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EXTRACT(week from occured_at) AS week_num,</a:t>
            </a:r>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COUNT(DISTINCT user_id) AS active_users</a:t>
            </a:r>
            <a:endParaRPr sz="1600">
              <a:solidFill>
                <a:schemeClr val="dk1"/>
              </a:solidFill>
              <a:latin typeface="Play"/>
              <a:ea typeface="Play"/>
              <a:cs typeface="Play"/>
              <a:sym typeface="Play"/>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FROM</a:t>
            </a:r>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EVENTS</a:t>
            </a:r>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WHERE</a:t>
            </a:r>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event_type ='engagement'</a:t>
            </a:r>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GROUP BY week_num</a:t>
            </a:r>
            <a:endParaRPr sz="1600">
              <a:solidFill>
                <a:schemeClr val="dk1"/>
              </a:solidFill>
              <a:latin typeface="Play"/>
              <a:ea typeface="Play"/>
              <a:cs typeface="Play"/>
              <a:sym typeface="Play"/>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ORDER BY week_num;</a:t>
            </a:r>
            <a:endParaRPr/>
          </a:p>
          <a:p>
            <a:pPr indent="0" lvl="0" marL="0" marR="0" rtl="0" algn="l">
              <a:lnSpc>
                <a:spcPct val="120000"/>
              </a:lnSpc>
              <a:spcBef>
                <a:spcPts val="1000"/>
              </a:spcBef>
              <a:spcAft>
                <a:spcPts val="0"/>
              </a:spcAft>
              <a:buNone/>
            </a:pPr>
            <a:r>
              <a:t/>
            </a:r>
            <a:endParaRPr sz="1800">
              <a:solidFill>
                <a:schemeClr val="dk1"/>
              </a:solidFill>
              <a:latin typeface="Play"/>
              <a:ea typeface="Play"/>
              <a:cs typeface="Play"/>
              <a:sym typeface="Play"/>
            </a:endParaRPr>
          </a:p>
          <a:p>
            <a:pPr indent="0" lvl="0" marL="0" marR="0" rtl="0" algn="l">
              <a:lnSpc>
                <a:spcPct val="120000"/>
              </a:lnSpc>
              <a:spcBef>
                <a:spcPts val="1000"/>
              </a:spcBef>
              <a:spcAft>
                <a:spcPts val="0"/>
              </a:spcAft>
              <a:buNone/>
            </a:pPr>
            <a:r>
              <a:t/>
            </a:r>
            <a:endParaRPr sz="1800">
              <a:solidFill>
                <a:schemeClr val="dk1"/>
              </a:solidFill>
              <a:latin typeface="Play"/>
              <a:ea typeface="Play"/>
              <a:cs typeface="Play"/>
              <a:sym typeface="Play"/>
            </a:endParaRPr>
          </a:p>
          <a:p>
            <a:pPr indent="0" lvl="0" marL="0" marR="0" rtl="0" algn="l">
              <a:lnSpc>
                <a:spcPct val="120000"/>
              </a:lnSpc>
              <a:spcBef>
                <a:spcPts val="1000"/>
              </a:spcBef>
              <a:spcAft>
                <a:spcPts val="0"/>
              </a:spcAft>
              <a:buNone/>
            </a:pPr>
            <a:r>
              <a:t/>
            </a:r>
            <a:endParaRPr sz="1600">
              <a:solidFill>
                <a:schemeClr val="dk1"/>
              </a:solidFill>
              <a:latin typeface="Play"/>
              <a:ea typeface="Play"/>
              <a:cs typeface="Play"/>
              <a:sym typeface="Play"/>
            </a:endParaRPr>
          </a:p>
          <a:p>
            <a:pPr indent="0" lvl="0" marL="0" marR="0" rtl="0" algn="l">
              <a:spcBef>
                <a:spcPts val="1000"/>
              </a:spcBef>
              <a:spcAft>
                <a:spcPts val="0"/>
              </a:spcAft>
              <a:buNone/>
            </a:pPr>
            <a:r>
              <a:t/>
            </a:r>
            <a:endParaRPr sz="1800">
              <a:solidFill>
                <a:schemeClr val="dk1"/>
              </a:solidFill>
              <a:latin typeface="Libre Franklin"/>
              <a:ea typeface="Libre Franklin"/>
              <a:cs typeface="Libre Franklin"/>
              <a:sym typeface="Libre Frankli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1"/>
          <p:cNvSpPr txBox="1"/>
          <p:nvPr/>
        </p:nvSpPr>
        <p:spPr>
          <a:xfrm>
            <a:off x="855406" y="265471"/>
            <a:ext cx="1079582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dk1"/>
                </a:solidFill>
                <a:latin typeface="Bell MT"/>
                <a:ea typeface="Bell MT"/>
                <a:cs typeface="Bell MT"/>
                <a:sym typeface="Bell MT"/>
              </a:rPr>
              <a:t>Output</a:t>
            </a:r>
            <a:r>
              <a:rPr lang="en-IN" sz="1800">
                <a:solidFill>
                  <a:schemeClr val="dk1"/>
                </a:solidFill>
                <a:latin typeface="Century Gothic"/>
                <a:ea typeface="Century Gothic"/>
                <a:cs typeface="Century Gothic"/>
                <a:sym typeface="Century Gothic"/>
              </a:rPr>
              <a:t>:</a:t>
            </a:r>
            <a:endParaRPr/>
          </a:p>
          <a:p>
            <a:pPr indent="0" lvl="0" marL="0" marR="0" rtl="0" algn="l">
              <a:spcBef>
                <a:spcPts val="0"/>
              </a:spcBef>
              <a:spcAft>
                <a:spcPts val="0"/>
              </a:spcAft>
              <a:buNone/>
            </a:pPr>
            <a:r>
              <a:t/>
            </a:r>
            <a:endParaRPr sz="1800">
              <a:solidFill>
                <a:schemeClr val="dk1"/>
              </a:solidFill>
              <a:latin typeface="Libre Franklin"/>
              <a:ea typeface="Libre Franklin"/>
              <a:cs typeface="Libre Franklin"/>
              <a:sym typeface="Libre Franklin"/>
            </a:endParaRPr>
          </a:p>
        </p:txBody>
      </p:sp>
      <p:pic>
        <p:nvPicPr>
          <p:cNvPr id="149" name="Google Shape;149;p11"/>
          <p:cNvPicPr preferRelativeResize="0"/>
          <p:nvPr/>
        </p:nvPicPr>
        <p:blipFill rotWithShape="1">
          <a:blip r:embed="rId3">
            <a:alphaModFix/>
          </a:blip>
          <a:srcRect b="0" l="0" r="0" t="0"/>
          <a:stretch/>
        </p:blipFill>
        <p:spPr>
          <a:xfrm>
            <a:off x="1038214" y="769375"/>
            <a:ext cx="2727541" cy="3320844"/>
          </a:xfrm>
          <a:prstGeom prst="rect">
            <a:avLst/>
          </a:prstGeom>
          <a:noFill/>
          <a:ln>
            <a:noFill/>
          </a:ln>
        </p:spPr>
      </p:pic>
      <p:sp>
        <p:nvSpPr>
          <p:cNvPr id="150" name="Google Shape;150;p11"/>
          <p:cNvSpPr txBox="1"/>
          <p:nvPr/>
        </p:nvSpPr>
        <p:spPr>
          <a:xfrm>
            <a:off x="1038214" y="4594123"/>
            <a:ext cx="10894142" cy="1784656"/>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b="1" lang="en-IN" sz="1800">
                <a:solidFill>
                  <a:schemeClr val="dk1"/>
                </a:solidFill>
                <a:latin typeface="Bell MT"/>
                <a:ea typeface="Bell MT"/>
                <a:cs typeface="Bell MT"/>
                <a:sym typeface="Bell MT"/>
              </a:rPr>
              <a:t>Insights:</a:t>
            </a:r>
            <a:endParaRPr sz="18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Here highest user week=30</a:t>
            </a:r>
            <a:r>
              <a:rPr baseline="30000" lang="en-IN" sz="1600">
                <a:solidFill>
                  <a:schemeClr val="dk1"/>
                </a:solidFill>
                <a:latin typeface="Play"/>
                <a:ea typeface="Play"/>
                <a:cs typeface="Play"/>
                <a:sym typeface="Play"/>
              </a:rPr>
              <a:t>th</a:t>
            </a:r>
            <a:r>
              <a:rPr lang="en-IN" sz="1600">
                <a:solidFill>
                  <a:schemeClr val="dk1"/>
                </a:solidFill>
                <a:latin typeface="Play"/>
                <a:ea typeface="Play"/>
                <a:cs typeface="Play"/>
                <a:sym typeface="Play"/>
              </a:rPr>
              <a:t> week with </a:t>
            </a:r>
            <a:r>
              <a:rPr lang="en-IN" sz="1800">
                <a:solidFill>
                  <a:schemeClr val="dk1"/>
                </a:solidFill>
                <a:latin typeface="Play"/>
                <a:ea typeface="Play"/>
                <a:cs typeface="Play"/>
                <a:sym typeface="Play"/>
              </a:rPr>
              <a:t>1467 users</a:t>
            </a:r>
            <a:endParaRPr sz="18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800">
                <a:solidFill>
                  <a:schemeClr val="dk1"/>
                </a:solidFill>
                <a:latin typeface="Play"/>
                <a:ea typeface="Play"/>
                <a:cs typeface="Play"/>
                <a:sym typeface="Play"/>
              </a:rPr>
              <a:t>And lowest user week=35</a:t>
            </a:r>
            <a:r>
              <a:rPr baseline="30000" lang="en-IN" sz="1800">
                <a:solidFill>
                  <a:schemeClr val="dk1"/>
                </a:solidFill>
                <a:latin typeface="Play"/>
                <a:ea typeface="Play"/>
                <a:cs typeface="Play"/>
                <a:sym typeface="Play"/>
              </a:rPr>
              <a:t>th</a:t>
            </a:r>
            <a:r>
              <a:rPr lang="en-IN" sz="1800">
                <a:solidFill>
                  <a:schemeClr val="dk1"/>
                </a:solidFill>
                <a:latin typeface="Play"/>
                <a:ea typeface="Play"/>
                <a:cs typeface="Play"/>
                <a:sym typeface="Play"/>
              </a:rPr>
              <a:t> week with 104 users</a:t>
            </a:r>
            <a:endParaRPr sz="18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800">
                <a:solidFill>
                  <a:schemeClr val="dk1"/>
                </a:solidFill>
                <a:latin typeface="Play"/>
                <a:ea typeface="Play"/>
                <a:cs typeface="Play"/>
                <a:sym typeface="Play"/>
              </a:rPr>
              <a:t> </a:t>
            </a:r>
            <a:endParaRPr sz="1800">
              <a:solidFill>
                <a:schemeClr val="dk1"/>
              </a:solidFill>
              <a:latin typeface="Century Gothic"/>
              <a:ea typeface="Century Gothic"/>
              <a:cs typeface="Century Gothic"/>
              <a:sym typeface="Century Gothic"/>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12"/>
          <p:cNvSpPr txBox="1"/>
          <p:nvPr/>
        </p:nvSpPr>
        <p:spPr>
          <a:xfrm>
            <a:off x="1032387" y="150512"/>
            <a:ext cx="6096000" cy="7511608"/>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b="1" lang="en-IN" sz="1800">
                <a:solidFill>
                  <a:schemeClr val="dk1"/>
                </a:solidFill>
                <a:latin typeface="Bell MT"/>
                <a:ea typeface="Bell MT"/>
                <a:cs typeface="Bell MT"/>
                <a:sym typeface="Bell MT"/>
              </a:rPr>
              <a:t>B. User growth analysis:</a:t>
            </a:r>
            <a:endParaRPr sz="18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b="1" lang="en-IN" sz="1800">
                <a:solidFill>
                  <a:schemeClr val="dk1"/>
                </a:solidFill>
                <a:latin typeface="Bell MT"/>
                <a:ea typeface="Bell MT"/>
                <a:cs typeface="Bell MT"/>
                <a:sym typeface="Bell MT"/>
              </a:rPr>
              <a:t>My Task</a:t>
            </a:r>
            <a:r>
              <a:rPr b="1" lang="en-IN" sz="1600">
                <a:solidFill>
                  <a:schemeClr val="dk1"/>
                </a:solidFill>
                <a:latin typeface="Bell MT"/>
                <a:ea typeface="Bell MT"/>
                <a:cs typeface="Bell MT"/>
                <a:sym typeface="Bell MT"/>
              </a:rPr>
              <a:t>: </a:t>
            </a:r>
            <a:r>
              <a:rPr lang="en-IN" sz="1600">
                <a:solidFill>
                  <a:schemeClr val="dk1"/>
                </a:solidFill>
                <a:latin typeface="Play"/>
                <a:ea typeface="Play"/>
                <a:cs typeface="Play"/>
                <a:sym typeface="Play"/>
              </a:rPr>
              <a:t>Write an SQL query to calculate the user growth for the product</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b="1" lang="en-IN" sz="1800">
                <a:solidFill>
                  <a:schemeClr val="dk1"/>
                </a:solidFill>
                <a:latin typeface="Bell MT"/>
                <a:ea typeface="Bell MT"/>
                <a:cs typeface="Bell MT"/>
                <a:sym typeface="Bell MT"/>
              </a:rPr>
              <a:t>Code:</a:t>
            </a:r>
            <a:endParaRPr sz="18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SELECT COUNT(*) FROM users WHERE state ='active';</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SELECT DISTINCT state FROM users;</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 WITH weekly_active_users AS(</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SELECT</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EXTRACT(YEAR FROM created_at) AS year,</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EXTRACT(WEEK FROM created_at) AS week_number,</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COUNT(DISTINCT user_id) AS num_of_users</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FROM users</a:t>
            </a:r>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GROUP BY year,week_number</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a:t>
            </a:r>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SELECT</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year,</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t/>
            </a:r>
            <a:endParaRPr sz="1400">
              <a:solidFill>
                <a:schemeClr val="dk1"/>
              </a:solidFill>
              <a:latin typeface="Century Gothic"/>
              <a:ea typeface="Century Gothic"/>
              <a:cs typeface="Century Gothic"/>
              <a:sym typeface="Century Gothic"/>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3"/>
          <p:cNvSpPr txBox="1"/>
          <p:nvPr/>
        </p:nvSpPr>
        <p:spPr>
          <a:xfrm>
            <a:off x="855407" y="287543"/>
            <a:ext cx="10874477" cy="3372205"/>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lang="en-IN" sz="1600">
                <a:solidFill>
                  <a:schemeClr val="dk1"/>
                </a:solidFill>
                <a:latin typeface="Play"/>
                <a:ea typeface="Play"/>
                <a:cs typeface="Play"/>
                <a:sym typeface="Play"/>
              </a:rPr>
              <a:t>week_number,</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num_of_users,</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SUM(num_of_users) OVER (ORDER BY year, week_number) AS cummulative_users</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FROM weekly_active_users</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ORDER BY year,week_number;</a:t>
            </a:r>
            <a:endParaRPr/>
          </a:p>
          <a:p>
            <a:pPr indent="0" lvl="0" marL="0" marR="0" rtl="0" algn="l">
              <a:lnSpc>
                <a:spcPct val="120000"/>
              </a:lnSpc>
              <a:spcBef>
                <a:spcPts val="1000"/>
              </a:spcBef>
              <a:spcAft>
                <a:spcPts val="0"/>
              </a:spcAft>
              <a:buNone/>
            </a:pPr>
            <a:r>
              <a:rPr b="1" lang="en-IN" sz="1800">
                <a:solidFill>
                  <a:schemeClr val="dk1"/>
                </a:solidFill>
                <a:latin typeface="Bell MT"/>
                <a:ea typeface="Bell MT"/>
                <a:cs typeface="Bell MT"/>
                <a:sym typeface="Bell MT"/>
              </a:rPr>
              <a:t>Output</a:t>
            </a:r>
            <a:r>
              <a:rPr lang="en-IN" sz="1800">
                <a:solidFill>
                  <a:schemeClr val="dk1"/>
                </a:solidFill>
                <a:latin typeface="Bell MT"/>
                <a:ea typeface="Bell MT"/>
                <a:cs typeface="Bell MT"/>
                <a:sym typeface="Bell MT"/>
              </a:rPr>
              <a:t>:</a:t>
            </a:r>
            <a:endParaRPr sz="18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t/>
            </a:r>
            <a:endParaRPr sz="1600">
              <a:solidFill>
                <a:schemeClr val="dk1"/>
              </a:solidFill>
              <a:latin typeface="Century Gothic"/>
              <a:ea typeface="Century Gothic"/>
              <a:cs typeface="Century Gothic"/>
              <a:sym typeface="Century Gothic"/>
            </a:endParaRPr>
          </a:p>
          <a:p>
            <a:pPr indent="0" lvl="0" marL="0" marR="0" rtl="0" algn="l">
              <a:spcBef>
                <a:spcPts val="1000"/>
              </a:spcBef>
              <a:spcAft>
                <a:spcPts val="0"/>
              </a:spcAft>
              <a:buNone/>
            </a:pPr>
            <a:r>
              <a:t/>
            </a:r>
            <a:endParaRPr sz="1800">
              <a:solidFill>
                <a:schemeClr val="dk1"/>
              </a:solidFill>
              <a:latin typeface="Libre Franklin"/>
              <a:ea typeface="Libre Franklin"/>
              <a:cs typeface="Libre Franklin"/>
              <a:sym typeface="Libre Franklin"/>
            </a:endParaRPr>
          </a:p>
        </p:txBody>
      </p:sp>
      <p:sp>
        <p:nvSpPr>
          <p:cNvPr id="161" name="Google Shape;161;p13"/>
          <p:cNvSpPr/>
          <p:nvPr/>
        </p:nvSpPr>
        <p:spPr>
          <a:xfrm>
            <a:off x="993058" y="3273883"/>
            <a:ext cx="12192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Libre Franklin"/>
              <a:ea typeface="Libre Franklin"/>
              <a:cs typeface="Libre Franklin"/>
              <a:sym typeface="Libre Franklin"/>
            </a:endParaRPr>
          </a:p>
        </p:txBody>
      </p:sp>
      <p:graphicFrame>
        <p:nvGraphicFramePr>
          <p:cNvPr id="162" name="Google Shape;162;p13"/>
          <p:cNvGraphicFramePr/>
          <p:nvPr/>
        </p:nvGraphicFramePr>
        <p:xfrm>
          <a:off x="993058" y="2938281"/>
          <a:ext cx="990600" cy="609600"/>
        </p:xfrm>
        <a:graphic>
          <a:graphicData uri="http://schemas.openxmlformats.org/presentationml/2006/ole">
            <mc:AlternateContent>
              <mc:Choice Requires="v">
                <p:oleObj r:id="rId4" imgH="609600" imgW="990600" progId="Excel.Sheet.12" spid="_x0000_s1">
                  <p:embed/>
                </p:oleObj>
              </mc:Choice>
              <mc:Fallback>
                <p:oleObj r:id="rId5" imgH="609600" imgW="990600" progId="Excel.Sheet.12">
                  <p:embed/>
                  <p:pic>
                    <p:nvPicPr>
                      <p:cNvPr id="162" name="Google Shape;162;p13"/>
                      <p:cNvPicPr preferRelativeResize="0"/>
                      <p:nvPr/>
                    </p:nvPicPr>
                    <p:blipFill rotWithShape="1">
                      <a:blip r:embed="rId6">
                        <a:alphaModFix/>
                      </a:blip>
                      <a:srcRect b="0" l="0" r="0" t="0"/>
                      <a:stretch/>
                    </p:blipFill>
                    <p:spPr>
                      <a:xfrm>
                        <a:off x="993058" y="2938281"/>
                        <a:ext cx="990600" cy="609600"/>
                      </a:xfrm>
                      <a:prstGeom prst="rect">
                        <a:avLst/>
                      </a:prstGeom>
                      <a:noFill/>
                      <a:ln>
                        <a:noFill/>
                      </a:ln>
                    </p:spPr>
                  </p:pic>
                </p:oleObj>
              </mc:Fallback>
            </mc:AlternateContent>
          </a:graphicData>
        </a:graphic>
      </p:graphicFrame>
      <p:sp>
        <p:nvSpPr>
          <p:cNvPr id="163" name="Google Shape;163;p13"/>
          <p:cNvSpPr txBox="1"/>
          <p:nvPr/>
        </p:nvSpPr>
        <p:spPr>
          <a:xfrm>
            <a:off x="947584" y="3740813"/>
            <a:ext cx="6096000" cy="1971822"/>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b="1" lang="en-IN" sz="1800">
                <a:solidFill>
                  <a:schemeClr val="dk1"/>
                </a:solidFill>
                <a:latin typeface="Bell MT"/>
                <a:ea typeface="Bell MT"/>
                <a:cs typeface="Bell MT"/>
                <a:sym typeface="Bell MT"/>
              </a:rPr>
              <a:t>Insights:</a:t>
            </a:r>
            <a:endParaRPr sz="18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The highest number of new users added in 33</a:t>
            </a:r>
            <a:r>
              <a:rPr baseline="30000" lang="en-IN" sz="1600">
                <a:solidFill>
                  <a:schemeClr val="dk1"/>
                </a:solidFill>
                <a:latin typeface="Play"/>
                <a:ea typeface="Play"/>
                <a:cs typeface="Play"/>
                <a:sym typeface="Play"/>
              </a:rPr>
              <a:t>th</a:t>
            </a:r>
            <a:r>
              <a:rPr lang="en-IN" sz="1600">
                <a:solidFill>
                  <a:schemeClr val="dk1"/>
                </a:solidFill>
                <a:latin typeface="Play"/>
                <a:ea typeface="Play"/>
                <a:cs typeface="Play"/>
                <a:sym typeface="Play"/>
              </a:rPr>
              <a:t> week in 2014 </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The lowest number of new users added in 35</a:t>
            </a:r>
            <a:r>
              <a:rPr baseline="30000" lang="en-IN" sz="1600">
                <a:solidFill>
                  <a:schemeClr val="dk1"/>
                </a:solidFill>
                <a:latin typeface="Play"/>
                <a:ea typeface="Play"/>
                <a:cs typeface="Play"/>
                <a:sym typeface="Play"/>
              </a:rPr>
              <a:t>th</a:t>
            </a:r>
            <a:r>
              <a:rPr lang="en-IN" sz="1600">
                <a:solidFill>
                  <a:schemeClr val="dk1"/>
                </a:solidFill>
                <a:latin typeface="Play"/>
                <a:ea typeface="Play"/>
                <a:cs typeface="Play"/>
                <a:sym typeface="Play"/>
              </a:rPr>
              <a:t> week in 2014</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The company shows a positive growth from start of 2013 till the end of 35</a:t>
            </a:r>
            <a:r>
              <a:rPr baseline="30000" lang="en-IN" sz="1600">
                <a:solidFill>
                  <a:schemeClr val="dk1"/>
                </a:solidFill>
                <a:latin typeface="Play"/>
                <a:ea typeface="Play"/>
                <a:cs typeface="Play"/>
                <a:sym typeface="Play"/>
              </a:rPr>
              <a:t>th</a:t>
            </a:r>
            <a:r>
              <a:rPr lang="en-IN" sz="1600">
                <a:solidFill>
                  <a:schemeClr val="dk1"/>
                </a:solidFill>
                <a:latin typeface="Play"/>
                <a:ea typeface="Play"/>
                <a:cs typeface="Play"/>
                <a:sym typeface="Play"/>
              </a:rPr>
              <a:t> week of 2014 </a:t>
            </a:r>
            <a:endParaRPr sz="1600">
              <a:solidFill>
                <a:schemeClr val="dk1"/>
              </a:solidFill>
              <a:latin typeface="Century Gothic"/>
              <a:ea typeface="Century Gothic"/>
              <a:cs typeface="Century Gothic"/>
              <a:sym typeface="Century Gothic"/>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4"/>
          <p:cNvSpPr txBox="1"/>
          <p:nvPr/>
        </p:nvSpPr>
        <p:spPr>
          <a:xfrm>
            <a:off x="875071" y="226142"/>
            <a:ext cx="10579510" cy="6818277"/>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b="1" lang="en-IN" sz="1800">
                <a:solidFill>
                  <a:schemeClr val="dk1"/>
                </a:solidFill>
                <a:latin typeface="Bell MT"/>
                <a:ea typeface="Bell MT"/>
                <a:cs typeface="Bell MT"/>
                <a:sym typeface="Bell MT"/>
              </a:rPr>
              <a:t>C. Weekly Retention Analysis</a:t>
            </a:r>
            <a:r>
              <a:rPr b="1" lang="en-IN" sz="1800">
                <a:solidFill>
                  <a:schemeClr val="dk1"/>
                </a:solidFill>
                <a:latin typeface="Century Gothic"/>
                <a:ea typeface="Century Gothic"/>
                <a:cs typeface="Century Gothic"/>
                <a:sym typeface="Century Gothic"/>
              </a:rPr>
              <a:t>:</a:t>
            </a:r>
            <a:endParaRPr sz="18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b="1" lang="en-IN" sz="1800">
                <a:solidFill>
                  <a:schemeClr val="dk1"/>
                </a:solidFill>
                <a:latin typeface="Bell MT"/>
                <a:ea typeface="Bell MT"/>
                <a:cs typeface="Bell MT"/>
                <a:sym typeface="Bell MT"/>
              </a:rPr>
              <a:t>My Task</a:t>
            </a:r>
            <a:r>
              <a:rPr b="1" lang="en-IN" sz="1800">
                <a:solidFill>
                  <a:schemeClr val="dk1"/>
                </a:solidFill>
                <a:latin typeface="Century Gothic"/>
                <a:ea typeface="Century Gothic"/>
                <a:cs typeface="Century Gothic"/>
                <a:sym typeface="Century Gothic"/>
              </a:rPr>
              <a:t>: </a:t>
            </a:r>
            <a:r>
              <a:rPr lang="en-IN" sz="1800">
                <a:solidFill>
                  <a:schemeClr val="dk1"/>
                </a:solidFill>
                <a:latin typeface="Play"/>
                <a:ea typeface="Play"/>
                <a:cs typeface="Play"/>
                <a:sym typeface="Play"/>
              </a:rPr>
              <a:t>Write an SQL query to calculate the weekly retention of users based on their sign-up cohort.</a:t>
            </a:r>
            <a:endParaRPr sz="18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b="1" lang="en-IN" sz="1800">
                <a:solidFill>
                  <a:schemeClr val="dk1"/>
                </a:solidFill>
                <a:latin typeface="Bell MT"/>
                <a:ea typeface="Bell MT"/>
                <a:cs typeface="Bell MT"/>
                <a:sym typeface="Bell MT"/>
              </a:rPr>
              <a:t>Code:</a:t>
            </a:r>
            <a:endParaRPr sz="18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800">
                <a:solidFill>
                  <a:schemeClr val="dk1"/>
                </a:solidFill>
                <a:latin typeface="Play"/>
                <a:ea typeface="Play"/>
                <a:cs typeface="Play"/>
                <a:sym typeface="Play"/>
              </a:rPr>
              <a:t>SELECT</a:t>
            </a:r>
            <a:endParaRPr sz="18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800">
                <a:solidFill>
                  <a:schemeClr val="dk1"/>
                </a:solidFill>
                <a:latin typeface="Play"/>
                <a:ea typeface="Play"/>
                <a:cs typeface="Play"/>
                <a:sym typeface="Play"/>
              </a:rPr>
              <a:t>first AS "week_numbers",</a:t>
            </a:r>
            <a:endParaRPr sz="18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800">
                <a:solidFill>
                  <a:schemeClr val="dk1"/>
                </a:solidFill>
                <a:latin typeface="Play"/>
                <a:ea typeface="Play"/>
                <a:cs typeface="Play"/>
                <a:sym typeface="Play"/>
              </a:rPr>
              <a:t>SUM(CASE WHEN week_number=0 THEN 1 ELSE 0 END) AS "week_0",</a:t>
            </a:r>
            <a:endParaRPr sz="18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800">
                <a:solidFill>
                  <a:schemeClr val="dk1"/>
                </a:solidFill>
                <a:latin typeface="Play"/>
                <a:ea typeface="Play"/>
                <a:cs typeface="Play"/>
                <a:sym typeface="Play"/>
              </a:rPr>
              <a:t>SUM(CASE WHEN week_number=1 THEN 1 ELSE 0 END) AS "week_1",</a:t>
            </a:r>
            <a:endParaRPr sz="18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800">
                <a:solidFill>
                  <a:schemeClr val="dk1"/>
                </a:solidFill>
                <a:latin typeface="Play"/>
                <a:ea typeface="Play"/>
                <a:cs typeface="Play"/>
                <a:sym typeface="Play"/>
              </a:rPr>
              <a:t>SUM(CASE WHEN week_number=2 THEN 1 ELSE 0 END) AS "week_2",</a:t>
            </a:r>
            <a:endParaRPr sz="18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800">
                <a:solidFill>
                  <a:schemeClr val="dk1"/>
                </a:solidFill>
                <a:latin typeface="Play"/>
                <a:ea typeface="Play"/>
                <a:cs typeface="Play"/>
                <a:sym typeface="Play"/>
              </a:rPr>
              <a:t>SUM(CASE WHEN week_number=3 THEN 1 ELSE 0 END) AS "week_3",</a:t>
            </a:r>
            <a:endParaRPr sz="18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800">
                <a:solidFill>
                  <a:schemeClr val="dk1"/>
                </a:solidFill>
                <a:latin typeface="Play"/>
                <a:ea typeface="Play"/>
                <a:cs typeface="Play"/>
                <a:sym typeface="Play"/>
              </a:rPr>
              <a:t>SUM(CASE WHEN week_number=4 THEN 1 ELSE 0 END) AS "week_4",</a:t>
            </a:r>
            <a:endParaRPr sz="18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800">
                <a:solidFill>
                  <a:schemeClr val="dk1"/>
                </a:solidFill>
                <a:latin typeface="Play"/>
                <a:ea typeface="Play"/>
                <a:cs typeface="Play"/>
                <a:sym typeface="Play"/>
              </a:rPr>
              <a:t>SUM(CASE WHEN week_number=5 THEN 1 ELSE 0 END) AS "week_5",</a:t>
            </a:r>
            <a:endParaRPr sz="18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800">
                <a:solidFill>
                  <a:schemeClr val="dk1"/>
                </a:solidFill>
                <a:latin typeface="Play"/>
                <a:ea typeface="Play"/>
                <a:cs typeface="Play"/>
                <a:sym typeface="Play"/>
              </a:rPr>
              <a:t>SUM(CASE WHEN week_number=6 THEN 1 ELSE 0 END) AS "week_6",</a:t>
            </a:r>
            <a:endParaRPr sz="18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800">
                <a:solidFill>
                  <a:schemeClr val="dk1"/>
                </a:solidFill>
                <a:latin typeface="Play"/>
                <a:ea typeface="Play"/>
                <a:cs typeface="Play"/>
                <a:sym typeface="Play"/>
              </a:rPr>
              <a:t>SUM(CASE WHEN week_number=7 THEN 1 ELSE 0 END) AS "week_7",</a:t>
            </a:r>
            <a:endParaRPr sz="1800">
              <a:solidFill>
                <a:schemeClr val="dk1"/>
              </a:solidFill>
              <a:latin typeface="Century Gothic"/>
              <a:ea typeface="Century Gothic"/>
              <a:cs typeface="Century Gothic"/>
              <a:sym typeface="Century Gothic"/>
            </a:endParaRPr>
          </a:p>
          <a:p>
            <a:pPr indent="0" lvl="0" marL="0" marR="0" rtl="0" algn="l">
              <a:spcBef>
                <a:spcPts val="1000"/>
              </a:spcBef>
              <a:spcAft>
                <a:spcPts val="0"/>
              </a:spcAft>
              <a:buNone/>
            </a:pPr>
            <a:r>
              <a:rPr lang="en-IN" sz="1800">
                <a:solidFill>
                  <a:schemeClr val="dk1"/>
                </a:solidFill>
                <a:latin typeface="Play"/>
                <a:ea typeface="Play"/>
                <a:cs typeface="Play"/>
                <a:sym typeface="Play"/>
              </a:rPr>
              <a:t>SUM(CASE WHEN week_number=8 THEN 1 ELSE 0 END) AS "week_8",</a:t>
            </a:r>
            <a:endParaRPr sz="18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t/>
            </a:r>
            <a:endParaRPr sz="1800">
              <a:solidFill>
                <a:schemeClr val="dk1"/>
              </a:solidFill>
              <a:latin typeface="Libre Franklin"/>
              <a:ea typeface="Libre Franklin"/>
              <a:cs typeface="Libre Franklin"/>
              <a:sym typeface="Libre Frankli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5"/>
          <p:cNvSpPr txBox="1"/>
          <p:nvPr/>
        </p:nvSpPr>
        <p:spPr>
          <a:xfrm>
            <a:off x="875071" y="206477"/>
            <a:ext cx="11031794" cy="7185557"/>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lang="en-IN" sz="1600">
                <a:solidFill>
                  <a:schemeClr val="dk1"/>
                </a:solidFill>
                <a:latin typeface="Play"/>
                <a:ea typeface="Play"/>
                <a:cs typeface="Play"/>
                <a:sym typeface="Play"/>
              </a:rPr>
              <a:t>SUM(CASE WHEN week_number=9 THEN 1 ELSE 0 END) AS "week_9",</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SUM(CASE WHEN week_number=10 THEN 1 ELSE 0 END) AS "week_10",</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SUM(CASE WHEN week_number=11 THEN 1 ELSE 0 END) AS "week_11",</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SUM(CASE WHEN week_number=12 THEN 1 ELSE 0 END) AS "week_12",</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SUM(CASE WHEN week_number=13 THEN 1 ELSE 0 END) AS "week_13",</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SUM(CASE WHEN week_number=14 THEN 1 ELSE 0 END) AS "week_14",</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SUM(CASE WHEN week_number=15 THEN 1 ELSE 0 END) AS "week_15",</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SUM(CASE WHEN week_number=16 THEN 1 ELSE 0 END) AS "week_16",</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SUM(CASE WHEN week_number=17 THEN 1 ELSE 0 END) AS "week_17",</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SUM(CASE WHEN week_number=18 THEN 1 ELSE 0 END) AS "week_18"</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FROM(</a:t>
            </a:r>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SELECT</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m.user_id,</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m.login_week,</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n.first,</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t/>
            </a:r>
            <a:endParaRPr sz="1800">
              <a:solidFill>
                <a:schemeClr val="dk1"/>
              </a:solidFill>
              <a:latin typeface="Century Gothic"/>
              <a:ea typeface="Century Gothic"/>
              <a:cs typeface="Century Gothic"/>
              <a:sym typeface="Century Gothic"/>
            </a:endParaRPr>
          </a:p>
          <a:p>
            <a:pPr indent="0" lvl="0" marL="0" marR="0" rtl="0" algn="l">
              <a:spcBef>
                <a:spcPts val="1000"/>
              </a:spcBef>
              <a:spcAft>
                <a:spcPts val="0"/>
              </a:spcAft>
              <a:buNone/>
            </a:pPr>
            <a:r>
              <a:t/>
            </a:r>
            <a:endParaRPr sz="1800">
              <a:solidFill>
                <a:schemeClr val="dk1"/>
              </a:solidFill>
              <a:latin typeface="Libre Franklin"/>
              <a:ea typeface="Libre Franklin"/>
              <a:cs typeface="Libre Franklin"/>
              <a:sym typeface="Libre Frankli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6"/>
          <p:cNvSpPr txBox="1"/>
          <p:nvPr/>
        </p:nvSpPr>
        <p:spPr>
          <a:xfrm>
            <a:off x="914400" y="334297"/>
            <a:ext cx="10894142" cy="6724918"/>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lang="en-IN" sz="1600">
                <a:solidFill>
                  <a:schemeClr val="dk1"/>
                </a:solidFill>
                <a:latin typeface="Play"/>
                <a:ea typeface="Play"/>
                <a:cs typeface="Play"/>
                <a:sym typeface="Play"/>
              </a:rPr>
              <a:t>m.login_week - n.FIRST AS week_number</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FROM(</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SELECT</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user_id,</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EXTRACT(WEEK FROM occured_at) AS login_week</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FROM</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events</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GROUP BY </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user_id,login_week</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 m</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JOIN(</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SELECT</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user_id,</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MIN(EXTRACT(WEEK FROM occured_at)) AS first</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FROM </a:t>
            </a:r>
            <a:endParaRPr sz="1600">
              <a:solidFill>
                <a:schemeClr val="dk1"/>
              </a:solidFill>
              <a:latin typeface="Century Gothic"/>
              <a:ea typeface="Century Gothic"/>
              <a:cs typeface="Century Gothic"/>
              <a:sym typeface="Century Gothic"/>
            </a:endParaRPr>
          </a:p>
          <a:p>
            <a:pPr indent="0" lvl="0" marL="0" marR="0" rtl="0" algn="l">
              <a:spcBef>
                <a:spcPts val="1000"/>
              </a:spcBef>
              <a:spcAft>
                <a:spcPts val="0"/>
              </a:spcAft>
              <a:buNone/>
            </a:pPr>
            <a:r>
              <a:t/>
            </a:r>
            <a:endParaRPr sz="1800">
              <a:solidFill>
                <a:schemeClr val="dk1"/>
              </a:solidFill>
              <a:latin typeface="Libre Franklin"/>
              <a:ea typeface="Libre Franklin"/>
              <a:cs typeface="Libre Franklin"/>
              <a:sym typeface="Libre Frankli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17"/>
          <p:cNvSpPr txBox="1"/>
          <p:nvPr/>
        </p:nvSpPr>
        <p:spPr>
          <a:xfrm>
            <a:off x="865239" y="196645"/>
            <a:ext cx="10766321" cy="4219617"/>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lang="en-IN" sz="1600">
                <a:solidFill>
                  <a:schemeClr val="dk1"/>
                </a:solidFill>
                <a:latin typeface="Play"/>
                <a:ea typeface="Play"/>
                <a:cs typeface="Play"/>
                <a:sym typeface="Play"/>
              </a:rPr>
              <a:t>events</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GROUP BY </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user_id</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 n</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ON m.user_id = n.user_id</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 sub</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GROUP BY first</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ORDER BY first;</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b="1" lang="en-IN" sz="1800">
                <a:solidFill>
                  <a:schemeClr val="dk1"/>
                </a:solidFill>
                <a:latin typeface="Bell MT"/>
                <a:ea typeface="Bell MT"/>
                <a:cs typeface="Bell MT"/>
                <a:sym typeface="Bell MT"/>
              </a:rPr>
              <a:t>Output:</a:t>
            </a:r>
            <a:endParaRPr sz="1800">
              <a:solidFill>
                <a:schemeClr val="dk1"/>
              </a:solidFill>
              <a:latin typeface="Century Gothic"/>
              <a:ea typeface="Century Gothic"/>
              <a:cs typeface="Century Gothic"/>
              <a:sym typeface="Century Gothic"/>
            </a:endParaRPr>
          </a:p>
          <a:p>
            <a:pPr indent="0" lvl="0" marL="0" marR="0" rtl="0" algn="l">
              <a:spcBef>
                <a:spcPts val="1000"/>
              </a:spcBef>
              <a:spcAft>
                <a:spcPts val="0"/>
              </a:spcAft>
              <a:buNone/>
            </a:pPr>
            <a:r>
              <a:t/>
            </a:r>
            <a:endParaRPr sz="1800">
              <a:solidFill>
                <a:schemeClr val="dk1"/>
              </a:solidFill>
              <a:latin typeface="Libre Franklin"/>
              <a:ea typeface="Libre Franklin"/>
              <a:cs typeface="Libre Franklin"/>
              <a:sym typeface="Libre Franklin"/>
            </a:endParaRPr>
          </a:p>
        </p:txBody>
      </p:sp>
      <p:sp>
        <p:nvSpPr>
          <p:cNvPr id="184" name="Google Shape;184;p17"/>
          <p:cNvSpPr/>
          <p:nvPr/>
        </p:nvSpPr>
        <p:spPr>
          <a:xfrm>
            <a:off x="0" y="196645"/>
            <a:ext cx="12192000" cy="45720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Libre Franklin"/>
              <a:ea typeface="Libre Franklin"/>
              <a:cs typeface="Libre Franklin"/>
              <a:sym typeface="Libre Franklin"/>
            </a:endParaRPr>
          </a:p>
        </p:txBody>
      </p:sp>
      <p:graphicFrame>
        <p:nvGraphicFramePr>
          <p:cNvPr id="185" name="Google Shape;185;p17"/>
          <p:cNvGraphicFramePr/>
          <p:nvPr/>
        </p:nvGraphicFramePr>
        <p:xfrm>
          <a:off x="766917" y="4111462"/>
          <a:ext cx="990600" cy="609600"/>
        </p:xfrm>
        <a:graphic>
          <a:graphicData uri="http://schemas.openxmlformats.org/presentationml/2006/ole">
            <mc:AlternateContent>
              <mc:Choice Requires="v">
                <p:oleObj r:id="rId4" imgH="609600" imgW="990600" progId="Excel.Sheet.12" spid="_x0000_s1">
                  <p:embed/>
                </p:oleObj>
              </mc:Choice>
              <mc:Fallback>
                <p:oleObj r:id="rId5" imgH="609600" imgW="990600" progId="Excel.Sheet.12">
                  <p:embed/>
                  <p:pic>
                    <p:nvPicPr>
                      <p:cNvPr id="185" name="Google Shape;185;p17"/>
                      <p:cNvPicPr preferRelativeResize="0"/>
                      <p:nvPr/>
                    </p:nvPicPr>
                    <p:blipFill rotWithShape="1">
                      <a:blip r:embed="rId6">
                        <a:alphaModFix/>
                      </a:blip>
                      <a:srcRect b="0" l="0" r="0" t="0"/>
                      <a:stretch/>
                    </p:blipFill>
                    <p:spPr>
                      <a:xfrm>
                        <a:off x="766917" y="4111462"/>
                        <a:ext cx="990600" cy="609600"/>
                      </a:xfrm>
                      <a:prstGeom prst="rect">
                        <a:avLst/>
                      </a:prstGeom>
                      <a:noFill/>
                      <a:ln>
                        <a:noFill/>
                      </a:ln>
                    </p:spPr>
                  </p:pic>
                </p:oleObj>
              </mc:Fallback>
            </mc:AlternateContent>
          </a:graphicData>
        </a:graphic>
      </p:graphicFrame>
      <p:sp>
        <p:nvSpPr>
          <p:cNvPr id="186" name="Google Shape;186;p17"/>
          <p:cNvSpPr txBox="1"/>
          <p:nvPr/>
        </p:nvSpPr>
        <p:spPr>
          <a:xfrm>
            <a:off x="865239" y="4721062"/>
            <a:ext cx="6096000" cy="1676356"/>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b="1" lang="en-IN" sz="1800">
                <a:solidFill>
                  <a:schemeClr val="dk1"/>
                </a:solidFill>
                <a:latin typeface="Bell MT"/>
                <a:ea typeface="Bell MT"/>
                <a:cs typeface="Bell MT"/>
                <a:sym typeface="Bell MT"/>
              </a:rPr>
              <a:t>Insights:</a:t>
            </a:r>
            <a:endParaRPr sz="18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Here by the output, we can say that</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17</a:t>
            </a:r>
            <a:r>
              <a:rPr baseline="30000" lang="en-IN" sz="1600">
                <a:solidFill>
                  <a:schemeClr val="dk1"/>
                </a:solidFill>
                <a:latin typeface="Play"/>
                <a:ea typeface="Play"/>
                <a:cs typeface="Play"/>
                <a:sym typeface="Play"/>
              </a:rPr>
              <a:t>th</a:t>
            </a:r>
            <a:r>
              <a:rPr lang="en-IN" sz="1600">
                <a:solidFill>
                  <a:schemeClr val="dk1"/>
                </a:solidFill>
                <a:latin typeface="Play"/>
                <a:ea typeface="Play"/>
                <a:cs typeface="Play"/>
                <a:sym typeface="Play"/>
              </a:rPr>
              <a:t> week is the largest week where users joined</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 And,35</a:t>
            </a:r>
            <a:r>
              <a:rPr baseline="30000" lang="en-IN" sz="1600">
                <a:solidFill>
                  <a:schemeClr val="dk1"/>
                </a:solidFill>
                <a:latin typeface="Play"/>
                <a:ea typeface="Play"/>
                <a:cs typeface="Play"/>
                <a:sym typeface="Play"/>
              </a:rPr>
              <a:t>th</a:t>
            </a:r>
            <a:r>
              <a:rPr lang="en-IN" sz="1600">
                <a:solidFill>
                  <a:schemeClr val="dk1"/>
                </a:solidFill>
                <a:latin typeface="Play"/>
                <a:ea typeface="Play"/>
                <a:cs typeface="Play"/>
                <a:sym typeface="Play"/>
              </a:rPr>
              <a:t> is the lowest week where users joined</a:t>
            </a:r>
            <a:endParaRPr sz="1600">
              <a:solidFill>
                <a:schemeClr val="dk1"/>
              </a:solidFill>
              <a:latin typeface="Century Gothic"/>
              <a:ea typeface="Century Gothic"/>
              <a:cs typeface="Century Gothic"/>
              <a:sym typeface="Century Gothic"/>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19"/>
          <p:cNvSpPr txBox="1"/>
          <p:nvPr/>
        </p:nvSpPr>
        <p:spPr>
          <a:xfrm>
            <a:off x="855406" y="206477"/>
            <a:ext cx="10894142" cy="7148624"/>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lang="en-IN" sz="1600">
                <a:solidFill>
                  <a:schemeClr val="dk1"/>
                </a:solidFill>
                <a:latin typeface="Play"/>
                <a:ea typeface="Play"/>
                <a:cs typeface="Play"/>
                <a:sym typeface="Play"/>
              </a:rPr>
              <a:t>COUNT(DISTINCT CASE WHEN device = ' amazon fire phone' THEN user_id ELSE NULL END) AS amazon_fire_phone,</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COUNT(DISTINCT CASE WHEN device = ' nexus 5' THEN user_id ELSE NULL END) AS nexus_5,</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COUNT(DISTINCT CASE WHEN device = ' nexus 7' THEN user_id ELSE NULL END) AS nexus_7,</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COUNT(DISTINCT CASE WHEN device = ' nexus 10' THEN user_id ELSE NULL END) AS nexus_10,</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COUNT(DISTINCT CASE WHEN device = ' samsung galaxy s4' THEN user_id ELSE NULL END) AS samsung_galaxy_s4,</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COUNT(DISTINCT CASE WHEN device = ' samsung galaxy tablet' THEN user_id ELSE NULL END) AS samsung_galaxy_tablet,</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COUNT(DISTINCT CASE WHEN device = ' samsung galaxy note' THEN user_id ELSE NULL END) AS samsung_galaxy_note,</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COUNT(DISTINCT CASE WHEN device = ' lenovo thinkpad' THEN user_id ELSE NULL END) AS lenovo_thinkpad,</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COUNT(DISTINCT CASE WHEN device = ' acer aspire notebook' THEN user_id ELSE NULL END) AS acer_aspire_notebook,</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COUNT(DISTINCT CASE WHEN device = ' asus chromebook' THEN user_id ELSE NULL END) AS asus_chromebook,</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COUNT(DISTINCT CASE WHEN device = ' htc one' THEN user_id ELSE NULL END) AS htc_one,</a:t>
            </a:r>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COUNT(DISTINCT CASE WHEN device = ' nokia lumia 635' THEN user_id ELSE NULL END) AS nokia_lumia_635,</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COUNT(DISTINCT CASE WHEN device = ' mac mini' THEN user_id ELSE NULL END) AS mac_mini,</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COUNT(DISTINCT CASE WHEN device = ' hp pavilion desktop' THEN user_id ELSE NULL END) AS hp_pavilion_desktop,</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COUNT(DISTINCT CASE WHEN device = ' dell inspiration desktop' THEN user_id ELSE NULL END) AS dell_inspiration_desktop</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t/>
            </a:r>
            <a:endParaRPr sz="1600">
              <a:solidFill>
                <a:schemeClr val="dk1"/>
              </a:solidFill>
              <a:latin typeface="Century Gothic"/>
              <a:ea typeface="Century Gothic"/>
              <a:cs typeface="Century Gothic"/>
              <a:sym typeface="Century Gothic"/>
            </a:endParaRPr>
          </a:p>
          <a:p>
            <a:pPr indent="0" lvl="0" marL="0" marR="0" rtl="0" algn="l">
              <a:spcBef>
                <a:spcPts val="1000"/>
              </a:spcBef>
              <a:spcAft>
                <a:spcPts val="0"/>
              </a:spcAft>
              <a:buNone/>
            </a:pPr>
            <a:r>
              <a:t/>
            </a:r>
            <a:endParaRPr sz="1800">
              <a:solidFill>
                <a:schemeClr val="dk1"/>
              </a:solidFill>
              <a:latin typeface="Libre Franklin"/>
              <a:ea typeface="Libre Franklin"/>
              <a:cs typeface="Libre Franklin"/>
              <a:sym typeface="Libre Frankli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18"/>
          <p:cNvSpPr txBox="1"/>
          <p:nvPr/>
        </p:nvSpPr>
        <p:spPr>
          <a:xfrm>
            <a:off x="865239" y="275303"/>
            <a:ext cx="10844980" cy="7683129"/>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b="1" lang="en-IN" sz="1800">
                <a:solidFill>
                  <a:schemeClr val="dk1"/>
                </a:solidFill>
                <a:latin typeface="Bell MT"/>
                <a:ea typeface="Bell MT"/>
                <a:cs typeface="Bell MT"/>
                <a:sym typeface="Bell MT"/>
              </a:rPr>
              <a:t>D. Weekly Engagement Per Device</a:t>
            </a:r>
            <a:endParaRPr sz="18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b="1" lang="en-IN" sz="1800">
                <a:solidFill>
                  <a:schemeClr val="dk1"/>
                </a:solidFill>
                <a:latin typeface="Bell MT"/>
                <a:ea typeface="Bell MT"/>
                <a:cs typeface="Bell MT"/>
                <a:sym typeface="Bell MT"/>
              </a:rPr>
              <a:t>My Task: </a:t>
            </a:r>
            <a:r>
              <a:rPr lang="en-IN" sz="1600">
                <a:solidFill>
                  <a:schemeClr val="dk1"/>
                </a:solidFill>
                <a:latin typeface="Play"/>
                <a:ea typeface="Play"/>
                <a:cs typeface="Play"/>
                <a:sym typeface="Play"/>
              </a:rPr>
              <a:t>Write an SQL query to calculate the weekly engagement per device</a:t>
            </a:r>
            <a:r>
              <a:rPr lang="en-IN" sz="1800">
                <a:solidFill>
                  <a:schemeClr val="dk1"/>
                </a:solidFill>
                <a:latin typeface="Play"/>
                <a:ea typeface="Play"/>
                <a:cs typeface="Play"/>
                <a:sym typeface="Play"/>
              </a:rPr>
              <a:t>.</a:t>
            </a:r>
            <a:endParaRPr sz="18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b="1" lang="en-IN" sz="1800">
                <a:solidFill>
                  <a:schemeClr val="dk1"/>
                </a:solidFill>
                <a:latin typeface="Bell MT"/>
                <a:ea typeface="Bell MT"/>
                <a:cs typeface="Bell MT"/>
                <a:sym typeface="Bell MT"/>
              </a:rPr>
              <a:t>Code:</a:t>
            </a:r>
            <a:endParaRPr sz="18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SELECT</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EXTRACT(WEEK FROM occured_at) AS week_number,</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COUNT(DISTINCT CASE WHEN device = ' dell inspiration notebook' THEN user_id ELSE NULL END) AS dell_inspiration_notebook,</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COUNT(DISTINCT CASE WHEN device = ' iphone 5' THEN user_id ELSE NULL END) AS iphone_5,</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COUNT(DISTINCT CASE WHEN device = ' iphone 4s' THEN user_id ELSE NULL END) AS iphone_4s,</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COUNT(DISTINCT CASE WHEN device = ' iphone 5s' THEN user_id ELSE NULL END) AS ipone_5s,</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COUNT(DISTINCT CASE WHEN device = ' ipad air' THEN user_id ELSE NULL END) AS ipad_air,</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COUNT(DISTINCT CASE WHEN device = ' windows surface' THEN user_id ELSE NULL END) AS windows_surface,</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COUNT(DISTINCT CASE WHEN device = ' macbook air' THEN user_id ELSE NULL END) AS macbook_air,</a:t>
            </a:r>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COUNT(DISTINCT CASE WHEN device = ' macbook pro' THEN user_id ELSE NULL END) AS macbook_pro,</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COUNT(DISTINCT CASE WHEN device = ' ipad mini' THEN user_id ELSE NULL END) AS ipad_mini,</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COUNT(DISTINCT CASE WHEN device = ' kindle fire' THEN user_id ELSE NULL END) AS kindle_fire,</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t/>
            </a:r>
            <a:endParaRPr sz="1600">
              <a:solidFill>
                <a:schemeClr val="dk1"/>
              </a:solidFill>
              <a:latin typeface="Century Gothic"/>
              <a:ea typeface="Century Gothic"/>
              <a:cs typeface="Century Gothic"/>
              <a:sym typeface="Century Gothic"/>
            </a:endParaRPr>
          </a:p>
          <a:p>
            <a:pPr indent="0" lvl="0" marL="0" marR="0" rtl="0" algn="l">
              <a:spcBef>
                <a:spcPts val="1000"/>
              </a:spcBef>
              <a:spcAft>
                <a:spcPts val="0"/>
              </a:spcAft>
              <a:buNone/>
            </a:pPr>
            <a:r>
              <a:t/>
            </a:r>
            <a:endParaRPr sz="1800">
              <a:solidFill>
                <a:schemeClr val="dk1"/>
              </a:solidFill>
              <a:latin typeface="Libre Franklin"/>
              <a:ea typeface="Libre Franklin"/>
              <a:cs typeface="Libre Franklin"/>
              <a:sym typeface="Libre Frankli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20"/>
          <p:cNvSpPr txBox="1"/>
          <p:nvPr/>
        </p:nvSpPr>
        <p:spPr>
          <a:xfrm>
            <a:off x="845575" y="137602"/>
            <a:ext cx="10864645" cy="4680256"/>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lang="en-IN" sz="1600">
                <a:solidFill>
                  <a:schemeClr val="dk1"/>
                </a:solidFill>
                <a:latin typeface="Play"/>
                <a:ea typeface="Play"/>
                <a:cs typeface="Play"/>
                <a:sym typeface="Play"/>
              </a:rPr>
              <a:t>FROM</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EVENTS</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WHERE</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event_type = 'engagement'</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GROUP BY</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week_number</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ORDER BY</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week_number;</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b="1" lang="en-IN" sz="1800">
                <a:solidFill>
                  <a:schemeClr val="dk1"/>
                </a:solidFill>
                <a:latin typeface="Bell MT"/>
                <a:ea typeface="Bell MT"/>
                <a:cs typeface="Bell MT"/>
                <a:sym typeface="Bell MT"/>
              </a:rPr>
              <a:t>output:</a:t>
            </a:r>
            <a:endParaRPr/>
          </a:p>
          <a:p>
            <a:pPr indent="0" lvl="0" marL="0" marR="0" rtl="0" algn="l">
              <a:lnSpc>
                <a:spcPct val="120000"/>
              </a:lnSpc>
              <a:spcBef>
                <a:spcPts val="1000"/>
              </a:spcBef>
              <a:spcAft>
                <a:spcPts val="0"/>
              </a:spcAft>
              <a:buNone/>
            </a:pPr>
            <a:r>
              <a:t/>
            </a:r>
            <a:endParaRPr sz="1800">
              <a:solidFill>
                <a:schemeClr val="dk1"/>
              </a:solidFill>
              <a:latin typeface="Century Gothic"/>
              <a:ea typeface="Century Gothic"/>
              <a:cs typeface="Century Gothic"/>
              <a:sym typeface="Century Gothic"/>
            </a:endParaRPr>
          </a:p>
          <a:p>
            <a:pPr indent="0" lvl="0" marL="0" marR="0" rtl="0" algn="l">
              <a:spcBef>
                <a:spcPts val="1000"/>
              </a:spcBef>
              <a:spcAft>
                <a:spcPts val="0"/>
              </a:spcAft>
              <a:buNone/>
            </a:pPr>
            <a:r>
              <a:t/>
            </a:r>
            <a:endParaRPr sz="1800">
              <a:solidFill>
                <a:schemeClr val="dk1"/>
              </a:solidFill>
              <a:latin typeface="Libre Franklin"/>
              <a:ea typeface="Libre Franklin"/>
              <a:cs typeface="Libre Franklin"/>
              <a:sym typeface="Libre Franklin"/>
            </a:endParaRPr>
          </a:p>
        </p:txBody>
      </p:sp>
      <p:sp>
        <p:nvSpPr>
          <p:cNvPr id="202" name="Google Shape;202;p20"/>
          <p:cNvSpPr/>
          <p:nvPr/>
        </p:nvSpPr>
        <p:spPr>
          <a:xfrm>
            <a:off x="-255638" y="167149"/>
            <a:ext cx="12192000" cy="45720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Libre Franklin"/>
              <a:ea typeface="Libre Franklin"/>
              <a:cs typeface="Libre Franklin"/>
              <a:sym typeface="Libre Franklin"/>
            </a:endParaRPr>
          </a:p>
        </p:txBody>
      </p:sp>
      <p:graphicFrame>
        <p:nvGraphicFramePr>
          <p:cNvPr id="203" name="Google Shape;203;p20"/>
          <p:cNvGraphicFramePr/>
          <p:nvPr/>
        </p:nvGraphicFramePr>
        <p:xfrm>
          <a:off x="845575" y="4001822"/>
          <a:ext cx="990600" cy="945109"/>
        </p:xfrm>
        <a:graphic>
          <a:graphicData uri="http://schemas.openxmlformats.org/presentationml/2006/ole">
            <mc:AlternateContent>
              <mc:Choice Requires="v">
                <p:oleObj r:id="rId4" imgH="945109" imgW="990600" progId="Excel.Sheet.12" spid="_x0000_s1">
                  <p:embed/>
                </p:oleObj>
              </mc:Choice>
              <mc:Fallback>
                <p:oleObj r:id="rId5" imgH="945109" imgW="990600" progId="Excel.Sheet.12">
                  <p:embed/>
                  <p:pic>
                    <p:nvPicPr>
                      <p:cNvPr id="203" name="Google Shape;203;p20"/>
                      <p:cNvPicPr preferRelativeResize="0"/>
                      <p:nvPr/>
                    </p:nvPicPr>
                    <p:blipFill rotWithShape="1">
                      <a:blip r:embed="rId6">
                        <a:alphaModFix/>
                      </a:blip>
                      <a:srcRect b="0" l="0" r="0" t="0"/>
                      <a:stretch/>
                    </p:blipFill>
                    <p:spPr>
                      <a:xfrm>
                        <a:off x="845575" y="4001822"/>
                        <a:ext cx="990600" cy="945109"/>
                      </a:xfrm>
                      <a:prstGeom prst="rect">
                        <a:avLst/>
                      </a:prstGeom>
                      <a:noFill/>
                      <a:ln>
                        <a:noFill/>
                      </a:ln>
                    </p:spPr>
                  </p:pic>
                </p:oleObj>
              </mc:Fallback>
            </mc:AlternateContent>
          </a:graphicData>
        </a:graphic>
      </p:graphicFrame>
      <p:sp>
        <p:nvSpPr>
          <p:cNvPr id="204" name="Google Shape;204;p20"/>
          <p:cNvSpPr txBox="1"/>
          <p:nvPr/>
        </p:nvSpPr>
        <p:spPr>
          <a:xfrm>
            <a:off x="845575" y="4946931"/>
            <a:ext cx="6223818" cy="1252651"/>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b="1" lang="en-IN" sz="1800">
                <a:solidFill>
                  <a:schemeClr val="dk1"/>
                </a:solidFill>
                <a:latin typeface="Bell MT"/>
                <a:ea typeface="Bell MT"/>
                <a:cs typeface="Bell MT"/>
                <a:sym typeface="Bell MT"/>
              </a:rPr>
              <a:t>Insights:</a:t>
            </a:r>
            <a:endParaRPr sz="18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Here from the output these are the top 3 most used by people:- </a:t>
            </a:r>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MacBook pro , Lenovo ThinkPad ,&amp; Iphone5.</a:t>
            </a:r>
            <a:endParaRPr sz="1600">
              <a:solidFill>
                <a:schemeClr val="dk1"/>
              </a:solidFill>
              <a:latin typeface="Century Gothic"/>
              <a:ea typeface="Century Gothic"/>
              <a:cs typeface="Century Gothic"/>
              <a:sym typeface="Century Gothic"/>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21"/>
          <p:cNvSpPr txBox="1"/>
          <p:nvPr/>
        </p:nvSpPr>
        <p:spPr>
          <a:xfrm>
            <a:off x="894735" y="176980"/>
            <a:ext cx="10707330" cy="7646196"/>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b="1" lang="en-IN" sz="1800">
                <a:solidFill>
                  <a:schemeClr val="dk1"/>
                </a:solidFill>
                <a:latin typeface="Bell MT"/>
                <a:ea typeface="Bell MT"/>
                <a:cs typeface="Bell MT"/>
                <a:sym typeface="Bell MT"/>
              </a:rPr>
              <a:t>E. Email Engagement Analysis:</a:t>
            </a:r>
            <a:endParaRPr sz="18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b="1" lang="en-IN" sz="1800">
                <a:solidFill>
                  <a:schemeClr val="dk1"/>
                </a:solidFill>
                <a:latin typeface="Bell MT"/>
                <a:ea typeface="Bell MT"/>
                <a:cs typeface="Bell MT"/>
                <a:sym typeface="Bell MT"/>
              </a:rPr>
              <a:t>My Task</a:t>
            </a:r>
            <a:r>
              <a:rPr lang="en-IN" sz="1800">
                <a:solidFill>
                  <a:schemeClr val="dk1"/>
                </a:solidFill>
                <a:latin typeface="Play"/>
                <a:ea typeface="Play"/>
                <a:cs typeface="Play"/>
                <a:sym typeface="Play"/>
              </a:rPr>
              <a:t>: </a:t>
            </a:r>
            <a:r>
              <a:rPr lang="en-IN" sz="1600">
                <a:solidFill>
                  <a:schemeClr val="dk1"/>
                </a:solidFill>
                <a:latin typeface="Play"/>
                <a:ea typeface="Play"/>
                <a:cs typeface="Play"/>
                <a:sym typeface="Play"/>
              </a:rPr>
              <a:t>Write an SQL query to calculate the email engagement metrics.</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b="1" lang="en-IN" sz="1600">
                <a:solidFill>
                  <a:schemeClr val="dk1"/>
                </a:solidFill>
                <a:latin typeface="Bell MT"/>
                <a:ea typeface="Bell MT"/>
                <a:cs typeface="Bell MT"/>
                <a:sym typeface="Bell MT"/>
              </a:rPr>
              <a:t>Code:</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SELECT</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100.0 * SUM(CASE WHEN email_action = 'email_open' THEN 1 ELSE 0 END) /</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SUM(CASE WHEN email_action = 'email_sent' THEN 1 ELSE 0 END) AS email_open_rate,</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 </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100.0 * SUM(CASE WHEN email_action = 'email_clicked' THEN 1 ELSE 0 END)/</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SUM(CASE WHEN email_action = 'email_sent' THEN 1 ELSE 0 END) AS email_clicked_rate</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FROM</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(SELECT *,</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CASE</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WHEN action IN ('sent_weekly_digest', 'sent_reengagement_email') THEN 'email_sent'</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WHEN action IN ('email_open') THEN 'email_open'</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WHEN action IN('email_clickthrough') THEN 'email_clicked’</a:t>
            </a:r>
            <a:endParaRPr/>
          </a:p>
          <a:p>
            <a:pPr indent="0" lvl="0" marL="0" marR="0" rtl="0" algn="l">
              <a:lnSpc>
                <a:spcPct val="120000"/>
              </a:lnSpc>
              <a:spcBef>
                <a:spcPts val="1000"/>
              </a:spcBef>
              <a:spcAft>
                <a:spcPts val="0"/>
              </a:spcAft>
              <a:buNone/>
            </a:pPr>
            <a:r>
              <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t/>
            </a:r>
            <a:endParaRPr sz="1600">
              <a:solidFill>
                <a:schemeClr val="dk1"/>
              </a:solidFill>
              <a:latin typeface="Century Gothic"/>
              <a:ea typeface="Century Gothic"/>
              <a:cs typeface="Century Gothic"/>
              <a:sym typeface="Century Gothic"/>
            </a:endParaRPr>
          </a:p>
          <a:p>
            <a:pPr indent="0" lvl="0" marL="0" marR="0" rtl="0" algn="l">
              <a:spcBef>
                <a:spcPts val="1000"/>
              </a:spcBef>
              <a:spcAft>
                <a:spcPts val="0"/>
              </a:spcAft>
              <a:buNone/>
            </a:pPr>
            <a:r>
              <a:t/>
            </a:r>
            <a:endParaRPr sz="1800">
              <a:solidFill>
                <a:schemeClr val="dk1"/>
              </a:solidFill>
              <a:latin typeface="Libre Franklin"/>
              <a:ea typeface="Libre Franklin"/>
              <a:cs typeface="Libre Franklin"/>
              <a:sym typeface="Libre Frankli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22"/>
          <p:cNvSpPr txBox="1"/>
          <p:nvPr/>
        </p:nvSpPr>
        <p:spPr>
          <a:xfrm>
            <a:off x="5638800" y="2974258"/>
            <a:ext cx="914400"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Libre Franklin"/>
              <a:ea typeface="Libre Franklin"/>
              <a:cs typeface="Libre Franklin"/>
              <a:sym typeface="Libre Franklin"/>
            </a:endParaRPr>
          </a:p>
        </p:txBody>
      </p:sp>
      <p:sp>
        <p:nvSpPr>
          <p:cNvPr id="215" name="Google Shape;215;p22"/>
          <p:cNvSpPr txBox="1"/>
          <p:nvPr/>
        </p:nvSpPr>
        <p:spPr>
          <a:xfrm>
            <a:off x="914400" y="255639"/>
            <a:ext cx="10628671" cy="2948499"/>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lang="en-IN" sz="1600">
                <a:solidFill>
                  <a:schemeClr val="dk1"/>
                </a:solidFill>
                <a:latin typeface="Play"/>
                <a:ea typeface="Play"/>
                <a:cs typeface="Play"/>
                <a:sym typeface="Play"/>
              </a:rPr>
              <a:t>ELSE NULL</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END AS email_action</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FROM</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project3.email_events</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)a;</a:t>
            </a:r>
            <a:endParaRPr sz="16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b="1" lang="en-IN" sz="1800">
                <a:solidFill>
                  <a:schemeClr val="dk1"/>
                </a:solidFill>
                <a:latin typeface="Bell MT"/>
                <a:ea typeface="Bell MT"/>
                <a:cs typeface="Bell MT"/>
                <a:sym typeface="Bell MT"/>
              </a:rPr>
              <a:t>Output:</a:t>
            </a:r>
            <a:endParaRPr sz="1800">
              <a:solidFill>
                <a:schemeClr val="dk1"/>
              </a:solidFill>
              <a:latin typeface="Century Gothic"/>
              <a:ea typeface="Century Gothic"/>
              <a:cs typeface="Century Gothic"/>
              <a:sym typeface="Century Gothic"/>
            </a:endParaRPr>
          </a:p>
          <a:p>
            <a:pPr indent="0" lvl="0" marL="0" marR="0" rtl="0" algn="l">
              <a:spcBef>
                <a:spcPts val="1000"/>
              </a:spcBef>
              <a:spcAft>
                <a:spcPts val="0"/>
              </a:spcAft>
              <a:buNone/>
            </a:pPr>
            <a:r>
              <a:t/>
            </a:r>
            <a:endParaRPr sz="1800">
              <a:solidFill>
                <a:schemeClr val="dk1"/>
              </a:solidFill>
              <a:latin typeface="Libre Franklin"/>
              <a:ea typeface="Libre Franklin"/>
              <a:cs typeface="Libre Franklin"/>
              <a:sym typeface="Libre Franklin"/>
            </a:endParaRPr>
          </a:p>
        </p:txBody>
      </p:sp>
      <p:pic>
        <p:nvPicPr>
          <p:cNvPr id="216" name="Google Shape;216;p22"/>
          <p:cNvPicPr preferRelativeResize="0"/>
          <p:nvPr/>
        </p:nvPicPr>
        <p:blipFill rotWithShape="1">
          <a:blip r:embed="rId3">
            <a:alphaModFix/>
          </a:blip>
          <a:srcRect b="0" l="0" r="0" t="0"/>
          <a:stretch/>
        </p:blipFill>
        <p:spPr>
          <a:xfrm>
            <a:off x="914400" y="2768038"/>
            <a:ext cx="3883742" cy="885825"/>
          </a:xfrm>
          <a:prstGeom prst="rect">
            <a:avLst/>
          </a:prstGeom>
          <a:noFill/>
          <a:ln>
            <a:noFill/>
          </a:ln>
        </p:spPr>
      </p:pic>
      <p:sp>
        <p:nvSpPr>
          <p:cNvPr id="217" name="Google Shape;217;p22"/>
          <p:cNvSpPr txBox="1"/>
          <p:nvPr/>
        </p:nvSpPr>
        <p:spPr>
          <a:xfrm>
            <a:off x="914400" y="3898548"/>
            <a:ext cx="6096000" cy="1678216"/>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b="1" lang="en-IN" sz="1800">
                <a:solidFill>
                  <a:schemeClr val="dk1"/>
                </a:solidFill>
                <a:latin typeface="Bell MT"/>
                <a:ea typeface="Bell MT"/>
                <a:cs typeface="Bell MT"/>
                <a:sym typeface="Bell MT"/>
              </a:rPr>
              <a:t>Insights:</a:t>
            </a:r>
            <a:endParaRPr sz="1800">
              <a:solidFill>
                <a:schemeClr val="dk1"/>
              </a:solidFill>
              <a:latin typeface="Century Gothic"/>
              <a:ea typeface="Century Gothic"/>
              <a:cs typeface="Century Gothic"/>
              <a:sym typeface="Century Gothic"/>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Here from the output , Out of all emails sent</a:t>
            </a:r>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31% were open</a:t>
            </a:r>
            <a:endParaRPr/>
          </a:p>
          <a:p>
            <a:pPr indent="0" lvl="0" marL="0" marR="0" rtl="0" algn="l">
              <a:lnSpc>
                <a:spcPct val="120000"/>
              </a:lnSpc>
              <a:spcBef>
                <a:spcPts val="1000"/>
              </a:spcBef>
              <a:spcAft>
                <a:spcPts val="0"/>
              </a:spcAft>
              <a:buNone/>
            </a:pPr>
            <a:r>
              <a:rPr lang="en-IN" sz="1600">
                <a:solidFill>
                  <a:schemeClr val="dk1"/>
                </a:solidFill>
                <a:latin typeface="Play"/>
                <a:ea typeface="Play"/>
                <a:cs typeface="Play"/>
                <a:sym typeface="Play"/>
              </a:rPr>
              <a:t>10% were only clicked</a:t>
            </a:r>
            <a:endParaRPr/>
          </a:p>
        </p:txBody>
      </p:sp>
    </p:spTree>
  </p:cSld>
  <p:clrMapOvr>
    <a:masterClrMapping/>
  </p:clrMapOvr>
</p:sld>
</file>

<file path=ppt/theme/theme1.xml><?xml version="1.0" encoding="utf-8"?>
<a:theme xmlns:a="http://schemas.openxmlformats.org/drawingml/2006/main" xmlns:r="http://schemas.openxmlformats.org/officeDocument/2006/relationships" name="Crop">
  <a:themeElements>
    <a:clrScheme name="Crop">
      <a:dk1>
        <a:srgbClr val="000000"/>
      </a:dk1>
      <a:lt1>
        <a:srgbClr val="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2024-11-09T17:45:11Z</dcterms:created>
  <dc:creator>satyanarayana muthyam</dc:creator>
</cp:coreProperties>
</file>